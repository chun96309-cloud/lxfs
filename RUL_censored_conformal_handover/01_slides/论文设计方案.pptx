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开场就把话说死: 今天不复述论文, 只讲我们自己的设计。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这四个词是论文标题里必须出现的四个要素。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这一页只是清点零件, 讲快一点。重点在下一页。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这一页要把学生的心态从做实验扭到找差异。差异找不到, 论文就不成立。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最后半句是关键: 删失不是一个一个样本点消失, 是整条轨迹被截断。这决定了后面的解法。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第三条要讲: 我们不是凭空造一个设定, 而是把已有工作里没说破的东西说破并用足。这样审稿人容易接受。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要说清楚: 两个权重来源不同, 但都是对同一个加权共形框架的实例化, 所以能相乘, 不是硬拼。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第二点是这一页的核心。成本把两个互相矛盾的指标合成一个, 这是很有说服力的论证方式。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这张示意图是全场最能说服人的一张。红色那根就是我们要解决的东西。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这张图可以直接改成论文里的方法框图。颜色去掉换成虚线框标注即可。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这一页也是风险控制。先保底再冲高, 学生心里有数。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第三层特别重要, 把一个看似的弱点转成优势。这种写法审稿人吃这一套。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学生最容易漏掉 C 和 E。反复强调: 没有 C 说不清贡献, 没有 E 说不清损失补回多少。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这一页对应论文的实验章节结构, 四个小节。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最后一句必须说, 尤其对学生。先画预期图是为了想清楚论证结构, 不是为了凑结果。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引言最后一段列贡献, 这是会议论文的标准写法, 审稿人只看那一段就形成印象。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第二个问题是最要命的。答案必须一口气说出来, 犹豫就说明自己也没想清楚。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强调顺序。学生最容易一上来就写自己的方法, 结果基线都没有, 无从判断对错。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83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我们这篇论文怎么设计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删失与时序相关并存条件下的航空发动机剩余寿命共形下界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两篇论文只是零件来源，不是我们要复述的内容。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今天讲的是：我们自己那一块在哪里。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目标：一篇 EI 会议论文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先用一句话说清我们做什么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10881360" cy="1737360"/>
          </a:xfrm>
          <a:prstGeom prst="roundRect">
            <a:avLst>
              <a:gd name="adj" fmla="val 3158"/>
            </a:avLst>
          </a:prstGeom>
          <a:solidFill>
            <a:srgbClr val="15223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91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在训练数据存在删失、同时样本又有时序相关的条件下，为在役航空发动机给出剩余循环数的下界，并保证覆盖率。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338328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36393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存在删失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4069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机队里大多数发动机没坏就下线了，真实寿命看不到。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338328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36393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时序相关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4069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同一台发动机相邻循环的数据高度相似，不能当成互相独立的样本。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17336" y="338328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36393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下界而非区间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3368" y="4069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维修怕的是提前坏，不怕活太久。只有下界这一侧进决策。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78824" y="338328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34856" y="36393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保证覆盖率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34856" y="4069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说了九成把握，就要经得起检验，不能只是一个说法。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两篇论文分别给了我们什么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先把零件摆出来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074920" cy="3703320"/>
          </a:xfrm>
          <a:prstGeom prst="roundRect">
            <a:avLst>
              <a:gd name="adj" fmla="val 1481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002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 · 应用侧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Javanmardi 与 Hüllermeier 2023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问题设定：滑窗特征、剩余寿命标签、C-MAPSS 数据。</a:t>
            </a: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把共形预测套在任意点预测器外面的完整流程。</a:t>
            </a: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按发动机划分训练与校准，避免同机泄漏。</a:t>
            </a: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评价用覆盖率与区间宽度双指标。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60020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3D7A5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00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 · 方法侧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Candès, Lei, Ren 2023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4663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删失下标准共形失效的诊断：得分算不出来。</a:t>
            </a: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换目标为寿命与阈值的较小者，把偏移压成协变量偏移。</a:t>
            </a: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按删失机制倒数加权，纠正选择偏差。</a:t>
            </a: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输出下预测界，并具有双稳健性。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52578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5223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394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把两边零件拼起来，就能写一篇论文了吗？不能。下一页解释为什么。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为什么单纯搬运会被拒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审稿人最爱写的一句话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如果我们只做这件事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把论文一的截取加加权，直接接到论文二的流程上，在 C-MAPSS 上跑一遍，报几个指标。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15223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673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审稿意见会怎么写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D8B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方法是两个已有工作的直接组合，缺乏针对本领域特性的实质改动。实验也只是在新数据上重跑已有算法。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642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所以必须回答一个问题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发动机这个场景，有没有哪一点是医疗场景没有的，使得论文一的方法不能直接照搬？</a:t>
            </a:r>
            <a:endParaRPr lang="en-US" sz="1350" dirty="0"/>
          </a:p>
          <a:p>
            <a:pPr indent="0" marL="0">
              <a:lnSpc>
                <a:spcPts val="2187"/>
              </a:lnSpc>
              <a:buNone/>
            </a:pPr>
            <a:endParaRPr lang="en-US" sz="1350" dirty="0"/>
          </a:p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如果有，我们的工作就是必要的，不是可有可无的移植。</a:t>
            </a:r>
            <a:endParaRPr lang="en-US" sz="1350" dirty="0"/>
          </a:p>
          <a:p>
            <a:pPr indent="0" marL="0">
              <a:lnSpc>
                <a:spcPts val="2187"/>
              </a:lnSpc>
              <a:buNone/>
            </a:pPr>
            <a:endParaRPr lang="en-US" sz="1350" dirty="0"/>
          </a:p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如果没有，这篇论文确实不该写。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75120" y="461772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46177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答案是有。而且不止一点。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真正的缺口：两个问题同时存在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两篇论文各自只处理了一个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1E2E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0195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3D7A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论文一处理了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删失造成的分布偏移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但它假设样本是独立同分布的。医疗数据里，一个病人就是一个样本，这个假设成立。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1E2E4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0195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E4A6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论文二处理了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时序相关破坏可交换性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但它假设标签完整。C-MAPSS 里每台发动机都跑到失效，这个假设成立。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3A2A1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1480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E39B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真实机队：两个都不成立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4617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F5E4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发动机没坏就下线，标签被删失；同一台机每个循环采一次数据，相邻循环高度相似。两件事同时发生，而且互相纠缠：删失发生在整台发动机层面，一台机下线，它后面所有循环的样本一起消失。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我们的核心设计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把两个问题拉到同一个粒度上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FFF4E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以发动机为可交换单元。截取、加权、划分校准集，全部在发动机层级完成。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172968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0083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同机内部相关，机与机之间可交换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300837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一台发动机内部的样本当然相关，但不同发动机之间，只要来自同一机队同一型号，就是可交换的。把发动机当成基本单元，可交换性就恢复了。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93192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224528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40599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删失本来就发生在发动机层面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405993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下线的是整台机，不是某个采样点。所以删失时间是发动机的属性，截取阈值也应该按发动机比。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9834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276088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51114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论文二其实已经暗示了这一点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511149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它划分训练与校准时要求同一台发动机的数据点进同一边，这背后隐含的正是发动机可交换。我们只是把它显式化并推到底。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贡献一：单元级截取与组合权重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这是方法上真正属于我们的部分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727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截取改在发动机层级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论文一按样本比较删失时间与阈值。我们改成：按发动机的服役循环数与阈值比较，只保留服役足够久的发动机，其全部循环一起进入校准集。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15223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04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为什么必须这么改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31596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如果按样本截取，同一台发动机会被切成两半，一半进校准一半被扔掉。这既破坏了删失的物理含义，也把同机泄漏重新引了回来。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5120640" cy="4343400"/>
          </a:xfrm>
          <a:prstGeom prst="roundRect">
            <a:avLst>
              <a:gd name="adj" fmla="val 1263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002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权重设计成两部分相乘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 =  w删失  ×  w时序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675120" y="265176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3D7A5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6517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w删失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651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来自论文一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0358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取发动机能服役满阈值的概率的倒数。这个概率依赖飞行等级、工况这些协变量。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0" y="402336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4A6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023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w时序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0233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来自论文二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44074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同一台发动机内，离当前退化阶段越远的循环，权重越低。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75120" y="5029200"/>
            <a:ext cx="4480560" cy="548640"/>
          </a:xfrm>
          <a:prstGeom prst="roundRect">
            <a:avLst>
              <a:gd name="adj" fmla="val 8333"/>
            </a:avLst>
          </a:prstGeom>
          <a:solidFill>
            <a:srgbClr val="FFF4E0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5029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两个权重相乘这一步，是我们加的。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贡献二：输出量对接维修决策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论文一做的是医疗分诊，论文二只报统计指标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727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我们输出什么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( x t )   :   还能安全飞的循环数下界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对每台在役发动机、在每个当前时刻，给出一个数：以九成把握，还能再飞这么多个循环。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38328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522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84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再往前走一步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005072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把下界翻译成维修触发规则：当下界低于某个门限，就安排拆检。然后算这条策略下的总成本，包括提前拆检浪费的剩余寿命，和漏检导致的非计划停场。</a:t>
            </a:r>
            <a:endParaRPr lang="en-US" sz="1200" dirty="0"/>
          </a:p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和只报误差的做法比，这才是工程上能看懂的语言。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371600"/>
            <a:ext cx="5120640" cy="4343400"/>
          </a:xfrm>
          <a:prstGeom prst="roundRect">
            <a:avLst>
              <a:gd name="adj" fmla="val 1263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6002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为什么这一条重要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21031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第一，它让下界这个选择变得有理有据，而不是因为删失下做不了两侧区间才退而求其次。</a:t>
            </a:r>
            <a:endParaRPr lang="en-US" sz="1300" dirty="0"/>
          </a:p>
          <a:p>
            <a:pPr indent="0" marL="0">
              <a:lnSpc>
                <a:spcPts val="2106"/>
              </a:lnSpc>
              <a:buNone/>
            </a:pPr>
            <a:endParaRPr lang="en-US" sz="1300" dirty="0"/>
          </a:p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第二，成本是一个能把覆盖率和区间宽度这一对矛盾统一起来的指标。区间太宽，成本高在过度维修；覆盖不够，成本高在停场。一个数就把取舍讲清楚了。</a:t>
            </a:r>
            <a:endParaRPr lang="en-US" sz="1300" dirty="0"/>
          </a:p>
          <a:p>
            <a:pPr indent="0" marL="0">
              <a:lnSpc>
                <a:spcPts val="2106"/>
              </a:lnSpc>
              <a:buNone/>
            </a:pPr>
            <a:endParaRPr lang="en-US" sz="1300" dirty="0"/>
          </a:p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第三，EI 会议的审稿人多半来自工程背景，成本曲线比统计指标更容易被接受。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贡献三：分层覆盖评估协议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直接接上论文二自己承认没解决的问题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1522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727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论文二留下的话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共形预测的保证是平均意义的。某些剩余寿命区段可能超标，另一些可能不达标，而作者说自己无法判断各区段上是否有效。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65760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587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我们把它变成可检验的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279392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按剩余寿命把测试样本分段，逐段报覆盖率。重点看临近失效的那一段，因为那是唯一影响维修决策的区域。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5120640" cy="4343400"/>
          </a:xfrm>
          <a:prstGeom prst="roundRect">
            <a:avLst>
              <a:gd name="adj" fmla="val 1263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5727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分层覆盖长什么样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4892040"/>
            <a:ext cx="3749040" cy="0"/>
          </a:xfrm>
          <a:prstGeom prst="line">
            <a:avLst/>
          </a:prstGeom>
          <a:noFill/>
          <a:ln w="19050">
            <a:solidFill>
              <a:srgbClr val="6E7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2560320"/>
            <a:ext cx="0" cy="2331720"/>
          </a:xfrm>
          <a:prstGeom prst="line">
            <a:avLst/>
          </a:prstGeom>
          <a:noFill/>
          <a:ln w="19050">
            <a:solidFill>
              <a:srgbClr val="6E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3200400"/>
            <a:ext cx="3749040" cy="0"/>
          </a:xfrm>
          <a:prstGeom prst="line">
            <a:avLst/>
          </a:prstGeom>
          <a:noFill/>
          <a:ln w="12700">
            <a:solidFill>
              <a:srgbClr val="B23A4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875520" y="2926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 90%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2971800"/>
            <a:ext cx="548640" cy="1920240"/>
          </a:xfrm>
          <a:prstGeom prst="rect">
            <a:avLst/>
          </a:prstGeom>
          <a:solidFill>
            <a:srgbClr val="2E4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3063240"/>
            <a:ext cx="548640" cy="1828800"/>
          </a:xfrm>
          <a:prstGeom prst="rect">
            <a:avLst/>
          </a:prstGeom>
          <a:solidFill>
            <a:srgbClr val="2E4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3291840"/>
            <a:ext cx="548640" cy="1600200"/>
          </a:xfrm>
          <a:prstGeom prst="rect">
            <a:avLst/>
          </a:prstGeom>
          <a:solidFill>
            <a:srgbClr val="2E4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3931920"/>
            <a:ext cx="548640" cy="9601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4965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寿命长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01000" y="4965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32520" y="4965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464040" y="4965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临近失效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29400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75120" y="5166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示意图。整体达标，但最关键那一段塌了。这就是要暴露的问题。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方法总览：每一步从哪来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蓝色来自论文二，绿色来自论文一，橙色是我们的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595360" y="969264"/>
            <a:ext cx="155448" cy="1554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5" name="Text 3"/>
          <p:cNvSpPr/>
          <p:nvPr/>
        </p:nvSpPr>
        <p:spPr>
          <a:xfrm>
            <a:off x="8814816" y="8961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01200" y="969264"/>
            <a:ext cx="155448" cy="1554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7" name="Text 5"/>
          <p:cNvSpPr/>
          <p:nvPr/>
        </p:nvSpPr>
        <p:spPr>
          <a:xfrm>
            <a:off x="9820656" y="8961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07040" y="969264"/>
            <a:ext cx="155448" cy="1554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9" name="Text 7"/>
          <p:cNvSpPr/>
          <p:nvPr/>
        </p:nvSpPr>
        <p:spPr>
          <a:xfrm>
            <a:off x="10826496" y="8961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" y="1600200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4173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滑窗构造特征与标签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313432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" y="2496312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3134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按发动机划分训练与校准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209544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" y="3392424"/>
            <a:ext cx="384048" cy="3840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20954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在训练折上定服役阈值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105656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" y="4288536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10565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按发动机截取，保留服役够久的整机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5001768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" y="5184648"/>
            <a:ext cx="384048" cy="3840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00176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换目标为寿命与阈值的较小者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417320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28232" y="1600200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14173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计算不符合度得分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2200" y="2313432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2496312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23134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算删失权重与时序权重并相乘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72200" y="3209544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428232" y="3392424"/>
            <a:ext cx="384048" cy="3840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40" name="Text 38"/>
          <p:cNvSpPr/>
          <p:nvPr/>
        </p:nvSpPr>
        <p:spPr>
          <a:xfrm>
            <a:off x="6428232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49440" y="320954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取加权分位数得到临界值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72200" y="4105656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43" name="Shape 41"/>
          <p:cNvSpPr/>
          <p:nvPr/>
        </p:nvSpPr>
        <p:spPr>
          <a:xfrm>
            <a:off x="6428232" y="4288536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44" name="Text 42"/>
          <p:cNvSpPr/>
          <p:nvPr/>
        </p:nvSpPr>
        <p:spPr>
          <a:xfrm>
            <a:off x="6428232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49440" y="410565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输出剩余循环数下界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72200" y="5001768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/>
        </p:spPr>
      </p:sp>
      <p:sp>
        <p:nvSpPr>
          <p:cNvPr id="47" name="Shape 45"/>
          <p:cNvSpPr/>
          <p:nvPr/>
        </p:nvSpPr>
        <p:spPr>
          <a:xfrm>
            <a:off x="6428232" y="5184648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48" name="Text 46"/>
          <p:cNvSpPr/>
          <p:nvPr/>
        </p:nvSpPr>
        <p:spPr>
          <a:xfrm>
            <a:off x="6428232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49440" y="500176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分层覆盖与成本评估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9436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十步里有四步是我们的，而且是决定成败的四步。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实验设计一：数据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先在简单的数据上跑通，再上复杂的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002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C-MAPSS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四个子集，十三兆，秒下载。和论文二完全同一份数据，便于直接对照。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 FD001 单工况单故障模式跑通全流程。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9776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3D7A5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3977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N-CMAPSS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4622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带真实飞行剖面，有高度、马赫数、飞行等级这些协变量。删失机制要依赖协变量，就必须用它。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371600"/>
            <a:ext cx="5120640" cy="4343400"/>
          </a:xfrm>
          <a:prstGeom prst="roundRect">
            <a:avLst>
              <a:gd name="adj" fmla="val 1263"/>
            </a:avLst>
          </a:prstGeom>
          <a:solidFill>
            <a:srgbClr val="152238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6002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为什么必须分两步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1031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C-MAPSS 的工况变量只有三列，几乎没有能解释删失的协变量。在它上面只能做完全随机的删失，验证方法不塌。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而我们主张的重点是：机队里的删失是有结构的，依赖飞行等级和工况。要验证这一点，必须有真实飞行剖面，也就是 N-CMAPSS。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如果时间不够，第一阶段就能写成一篇会议论文，第二阶段留作扩展。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实验设计二：删失怎么构造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这是最容易被挑毛病的地方，必须设计清楚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727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训练集里每台发动机本来都跑到失效。我们给每台机抽一个下线时刻，把它之后的轨迹截掉，并标记为删失。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删失比例设 20%、40%、60% 三档。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849624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2E4A6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49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机制一 · 完全随机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383133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下线时刻与发动机自身特征无关。对应论文一里较强的那个假设。作用是验证方法在温和情形下不塌。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7548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901184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E39B2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011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机制二 · 依赖协变量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488289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让下线概率依赖飞行等级与工况，模拟短程航线拆检更频繁。这是我们主张的现实情形，也是拉开差距的地方。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55080" y="1371600"/>
            <a:ext cx="5120640" cy="4343400"/>
          </a:xfrm>
          <a:prstGeom prst="roundRect">
            <a:avLst>
              <a:gd name="adj" fmla="val 1263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6002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预判：审稿人会问什么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103120"/>
            <a:ext cx="44805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问：删失是你自己造的，当然你的方法赢。</a:t>
            </a:r>
            <a:endParaRPr lang="en-US" sz="1150" dirty="0"/>
          </a:p>
          <a:p>
            <a:pPr indent="0" marL="0">
              <a:lnSpc>
                <a:spcPts val="1863"/>
              </a:lnSpc>
              <a:buNone/>
            </a:pPr>
            <a:endParaRPr lang="en-US" sz="1150" dirty="0"/>
          </a:p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答有三层。</a:t>
            </a:r>
            <a:endParaRPr lang="en-US" sz="1150" dirty="0"/>
          </a:p>
          <a:p>
            <a:pPr indent="0" marL="0">
              <a:lnSpc>
                <a:spcPts val="1863"/>
              </a:lnSpc>
              <a:buNone/>
            </a:pPr>
            <a:endParaRPr lang="en-US" sz="1150" dirty="0"/>
          </a:p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第一，在生存分析文献里，用模拟删失评估方法是标准做法，因为真实数据里真值看不到，覆盖率根本没法直接算。</a:t>
            </a:r>
            <a:endParaRPr lang="en-US" sz="1150" dirty="0"/>
          </a:p>
          <a:p>
            <a:pPr indent="0" marL="0">
              <a:lnSpc>
                <a:spcPts val="1863"/>
              </a:lnSpc>
              <a:buNone/>
            </a:pPr>
            <a:endParaRPr lang="en-US" sz="1150" dirty="0"/>
          </a:p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第二，我们造了两种机制，而不是只挑对自己有利的那一种。关键结论恰恰是：随机删失下各方法差不多，依赖协变量的删失下才拉开差距。这是理论预言的方向，不是我们调出来的。</a:t>
            </a:r>
            <a:endParaRPr lang="en-US" sz="1150" dirty="0"/>
          </a:p>
          <a:p>
            <a:pPr indent="0" marL="0">
              <a:lnSpc>
                <a:spcPts val="1863"/>
              </a:lnSpc>
              <a:buNone/>
            </a:pPr>
            <a:endParaRPr lang="en-US" sz="1150" dirty="0"/>
          </a:p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第三，人工构造删失还有一个好处，真值我们是知道的，可以直接算覆盖率，而不是像论文一在真实数据上只能夹逼估计。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实验设计三：跟谁比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五条线，缺一条论证就不完整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18488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丢弃删失样本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0" y="149047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只用跑到失效的那部分训练和校准。这是把论文二的做法直接搬到删失数据上的自然结果。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578608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把删失时刻当真值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0" y="245059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另一种常见的错误处理。会系统性低估寿命，下界过度保守。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538728"/>
            <a:ext cx="384048" cy="3840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论文一原版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0" y="341071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样本级截取与加权，不做发动机层级处理，也不加时序权重。用来隔离出我们那两步的作用。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2519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4E0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498848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507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我们的方法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14800" y="43708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发动机层级截取，组合权重。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2120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5458968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468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无删失上界参照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114800" y="53309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用完整未截断数据训练。它给出性能天花板，说明删失造成的损失被补回了多少。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是消融的关键。没有它，就说不清我们那两步到底有没有用。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实验设计四：报哪些指标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四组，从统计到工程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2624328" cy="4023360"/>
          </a:xfrm>
          <a:prstGeom prst="roundRect">
            <a:avLst>
              <a:gd name="adj" fmla="val 2091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627632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6276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2240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实际覆盖率与名义值的差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0392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按剩余寿命分段的分层覆盖率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41605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重点看临近失效那一段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1371600"/>
            <a:ext cx="2624328" cy="4023360"/>
          </a:xfrm>
          <a:prstGeom prst="roundRect">
            <a:avLst>
              <a:gd name="adj" fmla="val 2091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1627632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3D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276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界的紧度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240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下界与真实寿命的比值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比值越接近 1 越好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41605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太接近 0 说明说了等于没说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17336" y="1371600"/>
            <a:ext cx="2624328" cy="4023360"/>
          </a:xfrm>
          <a:prstGeom prst="roundRect">
            <a:avLst>
              <a:gd name="adj" fmla="val 2091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1627632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E39B2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16276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2240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覆盖率随删失率的衰减曲线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73368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20%、40%、60% 三档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73368" y="41605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曲线越平说明越稳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78824" y="1371600"/>
            <a:ext cx="2624328" cy="4023360"/>
          </a:xfrm>
          <a:prstGeom prst="roundRect">
            <a:avLst>
              <a:gd name="adj" fmla="val 2091"/>
            </a:avLst>
          </a:prstGeom>
          <a:solidFill>
            <a:srgbClr val="F4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9134856" y="1627632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52238"/>
          </a:solidFill>
          <a:ln/>
        </p:spPr>
      </p:sp>
      <p:sp>
        <p:nvSpPr>
          <p:cNvPr id="24" name="Text 22"/>
          <p:cNvSpPr/>
          <p:nvPr/>
        </p:nvSpPr>
        <p:spPr>
          <a:xfrm>
            <a:off x="9134856" y="16276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34856" y="2240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维修策略下的总成本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34856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含过度拆检与非计划停场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34856" y="41605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把前三组统一成一个数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5321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52238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只报第一组是不够的。把区间放到无穷宽，覆盖率永远百分之百，所以覆盖率必须和紧度一起看。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预期结果应该长什么样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先想清楚要画什么图，再去跑实验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82496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824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682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覆盖率随删失率衰减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62763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横轴删失率，纵轴实际覆盖率。预期 A 掉得最快，C 居中，我们的最平。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889504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2E4A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89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8895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分层覆盖率柱状图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8346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横轴按剩余寿命分段。预期各方法整体都达标，但只有我们的在临近失效那一段不塌。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785616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96512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2E4A6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965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4096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下界紧度对比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404164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纵轴是下界与真值之比。预期 B 贴近零，我们的最接近一。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992624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30352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2E4A6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035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5303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成本曲线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524865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横轴维修触发门限，纵轴总成本。预期我们的曲线最低点更低。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注意：这些是预期，不是结论。跑出来不符合预期，要改的是解释，不是数据。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论文骨架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EI 会议六到八页排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45336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444752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剩余寿命预测要不确定性；现有共形工作假设标签完整；机队现实不满足。最后一段列三个贡献。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386584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2128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剩余寿命预测、共形预测、删失下的共形推断。三小段，各三到五句。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227832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0540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问题设定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12724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记号、删失的定义、两个假设、可交换单元的定义。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895344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89534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968496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单元级截取、组合权重、下界构造。配一张方法框图。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736592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910328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7365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4809744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数据与删失构造、五种对比、四组指标、消融。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5778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5751576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751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5577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91840" y="5650992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三句话，外加一句局限：删失为人工构造，真实机队数据待验证。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第六节主动写局限，比等审稿人指出来要好。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提前想好怎么回答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三个几乎一定会被问到的问题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1E2E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562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85623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删失是你自己造的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9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生存分析里模拟删失是标准评估手段，因为真实数据里真值看不到。我们做了两种机制而非只挑有利的一种，且关键差距出现在理论预言的那一种上。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1E2E4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19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31927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这不就是两篇论文相加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7216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9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两篇各自处理一个问题，但假设互斥：论文一要样本独立，论文二要标签完整。机队里两个假设同时不成立。我们把可交换单元从样本提到发动机，是为了让两套机器能在同一个粒度上共存。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617720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1E2E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7823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78231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为什么不给两侧区间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51846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9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51663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删失下上界不可识别，需要额外假设。而且维修决策只用下界这一侧，上界给了也进不了策略。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分工与顺序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谁先做什么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72768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572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跑通基线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FD001 上复现论文二的分裂共形，报覆盖率与宽度。不涉及删失。这一步跑通才有资格往下走。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441448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2E4A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414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441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造删失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23317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写删失构造脚本，两种机制三档比例。输出可复现的随机种子。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310128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3D7A5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101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310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实现对比 A 和 B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两种错误做法。预期它们会失败，失败得越明显越好。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9776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178808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3D7A5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788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4178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实现论文一原版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63440" y="40690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样本级截取加权。这是对比 C，也是我们方法的基础代码。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846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5047488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E39B2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0474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5047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改成单元级并加时序权重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63440" y="49377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我们的方法。改动量不大，前四步做扎实了这一步很快。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7150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5916168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E39B26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916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5916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评估与画图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663440" y="58064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四组指标，四张图。按第十五页的预期图去实现。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顺序不能乱。第一步没跑通就去做第五步，出了问题分不清是谁的错。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论文设计方案</dc:title>
  <dc:subject>PptxGenJS Presentation</dc:subject>
  <dc:creator>PptxGenJS</dc:creator>
  <cp:lastModifiedBy>PptxGenJS</cp:lastModifiedBy>
  <cp:revision>1</cp:revision>
  <dcterms:created xsi:type="dcterms:W3CDTF">2026-08-10T13:55:19Z</dcterms:created>
  <dcterms:modified xsi:type="dcterms:W3CDTF">2026-08-10T13:55:19Z</dcterms:modified>
</cp:coreProperties>
</file>