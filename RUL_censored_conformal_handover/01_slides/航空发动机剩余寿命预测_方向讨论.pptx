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 这次不讲模型细节, 讲清楚方向和五六个统计定义, 让大家知道我们要解决的到底是什么问题。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先给全局地图, 后面每一条展开。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强调成本不对称: 换早和换晚的代价性质不同, 这是后面要区间不要点值的根本原因。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提问学生: 如果 T 是随机的, 那 RMSE 到底在衡量什么。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这一页配合探查脚本的输出讲, 学生跑一遍就知道每个块的形状。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左边是学生已经熟悉的套路, 右边是这次要补的三块。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这一页是整个方向的支点。C-MAPSS 训练集全部跑到失效, 现实机队恰恰相反。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提醒: 风险函数是条件量, 生存函数是无条件量, 学生最容易混。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N-CMAPSS 的 DS01 只坏 HPT, DS03 是 HPT 加 LPT, DS06 是 LPC 加 HPC, 正好拿来做对照。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反例: 区间取 0 到无穷大, PICP 永远 100%, 但毫无用处。所以必须同时看宽度。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讲到这里停一下, 让学生自己想: 校准集里如果有删失样本, 第二步怎么算得分。答不上来就对了, 下一页就是这个问题。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强调失效方向: 偏乐观比偏保守危险得多。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这一页要讲透: 换成下界不是因为做不了两侧, 而是因为下界才是可识别且可用的。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不需要学生推公式, 记住三件事: 先截取, 再承认偏移, 再加权修正。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这是全场最重要的一页。写论文时这张图基本可以直接搬进引言。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让学生记住: 指标决定了研究问题, 换指标就是换问题。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明确说: 我们不打算再堆一个新网络。贡献在统计框架和评价方式。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下次讨论: 每人带一页, 说清楚自己那块的定义和一个跑通的最小例子。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必读三篇: Candes 等 2023 的删失共形, Javanmardi 等 2023 的 RUL 共形, 以及 N-CMAPSS 数据集那篇。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航空发动机剩余寿命预测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删失数据下的生存建模与预测区间校准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研究方向讨论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关键统计概念梳理 · 面向 NASA N-CMAPSS 数据集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118872" cy="118872"/>
          </a:xfrm>
          <a:prstGeom prst="ellipse">
            <a:avLst/>
          </a:prstGeom>
          <a:solidFill>
            <a:srgbClr val="E39B2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5120640"/>
            <a:ext cx="129845" cy="129845"/>
          </a:xfrm>
          <a:prstGeom prst="ellipse">
            <a:avLst/>
          </a:prstGeom>
          <a:solidFill>
            <a:srgbClr val="E39B26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5120640"/>
            <a:ext cx="140818" cy="140818"/>
          </a:xfrm>
          <a:prstGeom prst="ellipse">
            <a:avLst/>
          </a:prstGeom>
          <a:solidFill>
            <a:srgbClr val="E39B26">
              <a:alpha val="4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36192" y="5120640"/>
            <a:ext cx="151790" cy="151790"/>
          </a:xfrm>
          <a:prstGeom prst="ellipse">
            <a:avLst/>
          </a:prstGeom>
          <a:solidFill>
            <a:srgbClr val="E39B26">
              <a:alpha val="5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73936" y="5120640"/>
            <a:ext cx="162763" cy="162763"/>
          </a:xfrm>
          <a:prstGeom prst="ellipse">
            <a:avLst/>
          </a:prstGeom>
          <a:solidFill>
            <a:srgbClr val="E39B26">
              <a:alpha val="6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5120640"/>
            <a:ext cx="173736" cy="173736"/>
          </a:xfrm>
          <a:prstGeom prst="ellipse">
            <a:avLst/>
          </a:prstGeom>
          <a:solidFill>
            <a:srgbClr val="E39B26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49424" y="5120640"/>
            <a:ext cx="184709" cy="184709"/>
          </a:xfrm>
          <a:prstGeom prst="ellipse">
            <a:avLst/>
          </a:prstGeom>
          <a:solidFill>
            <a:srgbClr val="E39B26">
              <a:alpha val="7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87168" y="5120640"/>
            <a:ext cx="195682" cy="195682"/>
          </a:xfrm>
          <a:prstGeom prst="ellipse">
            <a:avLst/>
          </a:prstGeom>
          <a:solidFill>
            <a:srgbClr val="E39B26">
              <a:alpha val="8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24912" y="5120640"/>
            <a:ext cx="206654" cy="206654"/>
          </a:xfrm>
          <a:prstGeom prst="ellipse">
            <a:avLst/>
          </a:prstGeom>
          <a:solidFill>
            <a:srgbClr val="E39B26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962656" y="5120640"/>
            <a:ext cx="217627" cy="217627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5120640"/>
            <a:ext cx="228600" cy="228600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144" y="5120640"/>
            <a:ext cx="239573" cy="239573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75888" y="5120640"/>
            <a:ext cx="250546" cy="25054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13632" y="5120640"/>
            <a:ext cx="261518" cy="26151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13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正常运行  →  性能退化  →  失效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三条线索, 从问题到方法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39112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8196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问题是什么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34840" y="1819656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航空发动机在飞行循环中逐步退化。我们想在任意时刻回答: 这台发动机还能飞多久。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081528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520440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33009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现有做法漏了什么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4840" y="330098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文献主流是滑窗加深度网络出一个数字。就算已经有人给了区间, 也都建立在一个前提上: 训练标签完全可观测, 每台发动机都跑到了失效。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562856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001768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4782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我们打算怎么补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478231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把删失放回来。在删失下重新构造有覆盖率保证的剩余寿命下界, 而不是点估计, 也不是两侧区间。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为什么盯着航空发动机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维修决策的成本结构决定了预测要给什么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换早了, 剩余寿命被白白扔掉, 维修成本上升。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换晚了, 空中停车和非计划落地, 代价是安全。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所以工程上真正要的不是一个点估计, 而是一句带概率的话: 未来 30 个循环内失效的概率是多少。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3977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这句话必须是一个分布, 或者至少是一个区间。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526280" cy="1170432"/>
          </a:xfrm>
          <a:prstGeom prst="roundRect">
            <a:avLst>
              <a:gd name="adj" fmla="val 4688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87452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823960" y="19476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个子集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23960" y="22951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DS01 至 DS08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3044952"/>
            <a:ext cx="4526280" cy="1170432"/>
          </a:xfrm>
          <a:prstGeom prst="roundRect">
            <a:avLst>
              <a:gd name="adj" fmla="val 4688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3227832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823960" y="33009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台发动机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23960" y="36484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全寿命运行到失效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4398264"/>
            <a:ext cx="4526280" cy="1170432"/>
          </a:xfrm>
          <a:prstGeom prst="roundRect">
            <a:avLst>
              <a:gd name="adj" fmla="val 4688"/>
            </a:avLst>
          </a:prstGeom>
          <a:solidFill>
            <a:srgbClr val="15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458114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46542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种失效模式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23960" y="50017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涉及五个转动部件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0" y="5806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NASA N-CMAPSS (Arias Chao 等, 2021)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定义一：剩余使用寿命 RUL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Remaining Useful Life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57784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RUL(t) = T − 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: 失效发生的时刻, 单位是飞行循环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: 当前观测时刻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RUL(t) : 从现在起还能用多少个循环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41148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关键一句话: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是随机变量, 所以 RUL 也是随机变量。把它当成一个确定的数字来预测, 从一开始就丢掉了不确定性。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4754880" cy="3886200"/>
          </a:xfrm>
          <a:prstGeom prst="roundRect">
            <a:avLst>
              <a:gd name="adj" fmla="val 1412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一台发动机的一生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3108960"/>
            <a:ext cx="4023360" cy="0"/>
          </a:xfrm>
          <a:prstGeom prst="line">
            <a:avLst/>
          </a:prstGeom>
          <a:noFill/>
          <a:ln w="25400">
            <a:solidFill>
              <a:srgbClr val="2E4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18020" y="3040380"/>
            <a:ext cx="137160" cy="137160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投入使用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29700" y="3040380"/>
            <a:ext cx="137160" cy="137160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041380" y="3040380"/>
            <a:ext cx="137160" cy="137160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6132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3794760"/>
            <a:ext cx="2011680" cy="292608"/>
          </a:xfrm>
          <a:prstGeom prst="rect">
            <a:avLst/>
          </a:prstGeom>
          <a:solidFill>
            <a:srgbClr val="E39B26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这一段就是 RUL(t)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0" y="4526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退化过程不可见, 只能通过传感器间接推断。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数据长什么样：N-CMAPSS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每台发动机一条完整的运行到失效轨迹, 1 Hz 采样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88366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8836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09928" y="1883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飞行剖面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3957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高度、马赫数、油门杆角度、风扇进口总温。取自真实商用客机记录。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64592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188366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836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X_s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22392" y="1883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实测传感器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23957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温度、压力、转速等物理测点, 是模型的主要输入。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9288" y="164592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88366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836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X_v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34856" y="1883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虚拟传感器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3957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仿真给出但实机装不上的量, 可用于分析, 不宜直接当输入。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947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" y="403250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403250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09928" y="4032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部件健康参数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5445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风扇、LPC、HPC、HPT、LPT 的流量与效率退化真值。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06824" y="37947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2856" y="403250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403250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22392" y="4032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辅助信息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2856" y="45445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发动机编号、循环号、飞行等级、健康状态标签。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19288" y="37947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032504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3250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34856" y="4032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5445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每个采样点对应的剩余寿命。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注意: T 给出了部件级失效模式真值, 这是后面做竞争风险的前提。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文献主流做法, 以及漏掉的东西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现在大家都这么做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02336" cy="40233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23317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滑动窗口切分传感器序列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172968"/>
            <a:ext cx="402336" cy="40233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31729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/ LSTM / Transformer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14216"/>
            <a:ext cx="402336" cy="40233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81328" y="401421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RUL 数字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402336" cy="40233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55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485546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RMSE 与 PHM08 Score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三个被系统性忽略的问题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23317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标签完整性假设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66090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训练要求跑到失效。真实机队里绝大多数发动机没坏就下线了, 这些数据被直接丢弃。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4747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输出形式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380390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多数只给点估计。已有的区间工作也都假设标签完全可观测。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评价方式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494690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只报 RMSE 与 Score。不报覆盖率, 就无法判断给出的不确定性是否可信。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定义二：删失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Censoring, 生存分析里最基本也最容易被忽略的概念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16636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我们观测到的其实是一对数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Y , δ ) ,  Y = min(T , C)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: 观测被截断的时刻, 比如发动机提前下线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= 1 表示真的看到了失效, δ = 0 表示只知道 T &gt; 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97764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为什么不能把删失样本删掉: 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删失样本携带的信息是 “它至少活到了 C”。只保留观测到失效的样本, 等于系统性地偏向短寿命个体, 估计出来的寿命分布会整体偏低。这是选择偏倚, 不是样本量问题, 加多少数据都修不好。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72768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83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三台发动机的观测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2523744"/>
            <a:ext cx="2926080" cy="0"/>
          </a:xfrm>
          <a:prstGeom prst="line">
            <a:avLst/>
          </a:prstGeom>
          <a:noFill/>
          <a:ln w="38100">
            <a:solidFill>
              <a:srgbClr val="2E4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1864" y="2441448"/>
            <a:ext cx="164592" cy="164592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观测到失效, δ =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273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3419856"/>
            <a:ext cx="2286000" cy="0"/>
          </a:xfrm>
          <a:prstGeom prst="line">
            <a:avLst/>
          </a:prstGeom>
          <a:noFill/>
          <a:ln w="38100">
            <a:solidFill>
              <a:srgbClr val="2E4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9765792" y="3310128"/>
            <a:ext cx="201168" cy="219456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E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提前下线, δ = 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4169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4315968"/>
            <a:ext cx="3520440" cy="0"/>
          </a:xfrm>
          <a:prstGeom prst="line">
            <a:avLst/>
          </a:prstGeom>
          <a:noFill/>
          <a:ln w="38100">
            <a:solidFill>
              <a:srgbClr val="2E4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11000232" y="4206240"/>
            <a:ext cx="201168" cy="219456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E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研究结束仍在飞, δ = 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实心点 = 观测到失效    空心箭头 = 删失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定义三：生存函数与风险函数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刻画寿命分布的两种等价语言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6949440" cy="1207008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S(t) = P(T &gt; 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94760" y="1828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生存函数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2176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活过时刻 t 的概率。从 1 单调降到 0。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035808"/>
            <a:ext cx="6949440" cy="1207008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h(t) = f(t) / S(t)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94760" y="3218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风险函数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35661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已经活到 t 的前提下, 下一瞬间失效的强度。工程上叫瞬时失效率。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4425696"/>
            <a:ext cx="6949440" cy="1207008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817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H(t) = − ln S(t)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4608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累积风险函数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49560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风险的累积。三者可以互相推出, 知道一个就知道全部。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1645920"/>
            <a:ext cx="3611880" cy="3986784"/>
          </a:xfrm>
          <a:prstGeom prst="roundRect">
            <a:avLst>
              <a:gd name="adj" fmla="val 1519"/>
            </a:avLst>
          </a:prstGeom>
          <a:solidFill>
            <a:srgbClr val="15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Kaplan-Meier 估计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83880" y="24231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在有删失的情况下, 无需分布假设就能估出 S(t) 的非参数方法。</a:t>
            </a:r>
            <a:endParaRPr lang="en-US" sz="12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核心思路: 只在真正发生失效的时刻扣减生存概率, 删失个体在此之前一直计入风险集。</a:t>
            </a:r>
            <a:endParaRPr lang="en-US" sz="12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这就是删失信息被用起来的方式。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定义四：竞争风险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Competing Risks, 发动机有五个部件在赛跑。本轮作为扩展方向, 不进入主线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观测变成三元组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Y , δ , D ) ,  D ∈ {1, … , K}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是失效原因, 对应 风扇 / LPC / HPC / HPT / LPT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502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累积关联函数 CIF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Fk(t) = P( T ≤ t , D = k 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到时刻 t 为止, 因为第 k 种原因失效的概率。这是竞争风险下真正可估计、也真正有工程意义的量。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1572768"/>
            <a:ext cx="4937760" cy="4187952"/>
          </a:xfrm>
          <a:prstGeom prst="roundRect">
            <a:avLst>
              <a:gd name="adj" fmla="val 1310"/>
            </a:avLst>
          </a:prstGeom>
          <a:solidFill>
            <a:srgbClr val="15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最常见的错误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0" y="23774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把其他原因的失效当成普通删失, 然后用 1 − KM 去估计某一种原因的发生率。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这个做法会高估。因为它默默假设了: 那些因别的原因坏掉的发动机, 如果继续飞, 最终也会因为这个原因坏。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而竞争风险的本质是互斥: HPT 先坏了, LPT 就再也没机会先坏。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正确做法是直接估 CIF, 或者用 Fine-Gray 子分布风险模型。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定义五：预测区间与覆盖率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从一个数字变成一段范围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覆盖率保证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( Y ∈ C(X) )  ≥  1 − 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α = 0.1, 就是说 90% 的真实剩余寿命要落在给出的区间里。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0332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136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边际覆盖 与 条件覆盖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边际: 在所有样本上平均达到 90%。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条件: 对每一台发动机、每一个退化阶段都达到 90%。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边际容易做到, 条件很难。而工程上要的恰恰是条件覆盖。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319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怎么衡量一个区间好不好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395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区间覆盖概率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272491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实际落在区间内的比例。应当接近名义值 1 − α。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3511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PINAW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35112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区间平均宽度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384048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在覆盖达标的前提下越窄越好。只看 PICP 会被无限宽区间骗过去。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46268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条件覆盖曲线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8200" y="46268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分层检查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66560" y="495604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按剩余寿命分段, 看每一段的覆盖率是否都达标。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定义六：共形预测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Conformal Prediction, 不依赖模型假设的区间构造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6583680" cy="1170432"/>
          </a:xfrm>
          <a:prstGeom prst="roundRect">
            <a:avLst>
              <a:gd name="adj" fmla="val 4688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7922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21579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把训练数据分成两份: 真训练集和校准集。校准集不参与拟合。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6583680" cy="1170432"/>
          </a:xfrm>
          <a:prstGeom prst="roundRect">
            <a:avLst>
              <a:gd name="adj" fmla="val 4688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328416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3108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算不符合度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81328" y="34747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在校准集上计算每个样本的残差 | y − ŷ |, 作为不符合度得分。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261104"/>
            <a:ext cx="6583680" cy="1170432"/>
          </a:xfrm>
          <a:prstGeom prst="roundRect">
            <a:avLst>
              <a:gd name="adj" fmla="val 4688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645152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44256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取分位数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81328" y="479145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取这些得分的 (1 − α) 经验分位数 q, 新样本的区间就是 ŷ ± q。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5577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它凭什么成立: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只要校准集和新样本可交换, 上面这个区间就有有限样本、分布无关的边际覆盖保证。不需要模型正确, 不需要正态假设。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1627632"/>
            <a:ext cx="3931920" cy="3950208"/>
          </a:xfrm>
          <a:prstGeom prst="roundRect">
            <a:avLst>
              <a:gd name="adj" fmla="val 1395"/>
            </a:avLst>
          </a:prstGeom>
          <a:solidFill>
            <a:srgbClr val="152238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1883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这一步已经有人做了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63840" y="2432304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把共形预测套在 RUL 上, Javanmardi 与 Hüllermeier 在 2023 年已经系统做过, 包括非交换共形。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所以单纯给 RUL 加区间, 不构成创新。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关键在于: 上面第二步有个隐含前提, 校准集的真实标签 y 必须已知。删失一出现, 这个前提就没了。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定义七：删失把共形打断在哪一步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标准共形的第二步失效了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739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不符合度得分算不出来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= | y − ŷ |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688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删失样本的 y 根本不知道, 只知道 y &gt; C。这个得分无法计算, 分位数也就无从取起。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两种看起来能补救的做法, 都是错的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950208"/>
            <a:ext cx="54864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3950208"/>
            <a:ext cx="5486400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78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扔掉删失样本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3525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校准集只剩下寿命短的个体, 得分分位数偏小, 区间偏窄。名义 90%, 实际远远不到。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956048"/>
            <a:ext cx="54864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4956048"/>
            <a:ext cx="5486400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840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 当作 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358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系统性低估寿命, 下界过度保守。看着安全, 实际是把大量还能飞的发动机提前拆了。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1572768"/>
            <a:ext cx="4937760" cy="4206240"/>
          </a:xfrm>
          <a:prstGeom prst="roundRect">
            <a:avLst>
              <a:gd name="adj" fmla="val 1304"/>
            </a:avLst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为什么这不是小问题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23774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共形预测的全部价值就在那句覆盖率保证。保证一旦失去, 它相对于普通分位数回归就没有任何优势了。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而且失效方向是危险的: 扔掉删失样本会让区间偏窄, 报出来的可信度比真实可信度高。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在维修决策里, 这意味着以为有九成把握, 实际只有六成。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定义八：下预测界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Lower Predictive Bound, 删失下真正能保证的那个量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要找的是一个函数 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3113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( T ≥ L(X) )  ≥  1 − 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980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工程上的读法: 以至少 90% 的把握, 这台发动机还能再飞 L 个循环。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050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为什么是下界, 不是两侧区间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0740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上界需要长寿命那一侧的信息, 而那一侧恰恰被删失掉了, 不额外加假设就不可识别。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下界只依赖已经观测到的部分, 在删失下仍然可以保证。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1600200"/>
            <a:ext cx="4846320" cy="4160520"/>
          </a:xfrm>
          <a:prstGeom prst="roundRect">
            <a:avLst>
              <a:gd name="adj" fmla="val 1319"/>
            </a:avLst>
          </a:prstGeom>
          <a:solidFill>
            <a:srgbClr val="15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而且下界本来就是决策要的方向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395728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维修部门怕的是发动机提前坏, 不是怕它活得太久。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所以真正进入决策的只有下界这一侧。上界给了也用不上。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换句话说, 删失逼着我们换目标量, 而换过去的这个目标量恰好更贴合工程需求。</a:t>
            </a:r>
            <a:endParaRPr lang="en-US" sz="1250" dirty="0"/>
          </a:p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这不是退让, 是问题被提对了。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怎么把删失修回来：加权共形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Candès, Lei, Ren 2023 的思路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01952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7282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截取子集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057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固定一个阈值 c0, 只保留删失时间 C ≥ c0 的样本。对这些样本, min(T, c0) 是可以观测到的。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17520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28437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承认偏移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81328" y="317296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这一步筛选改变了数据分布, 保留下来的样本不再代表总体。这是一个人为造成的协变量偏移。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31336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33088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39593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加权修正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428853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用加权共形按 1 / P(C ≥ c0 | X) 给校准样本加权, 把偏移纠回来。思路与逆概率加权一致。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946904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248656"/>
            <a:ext cx="402336" cy="402336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48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81328" y="5074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得到保证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81328" y="540410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在删失时间外生的情形下有有限样本覆盖保证; 在条件独立删失下具有双稳健性。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1600200"/>
            <a:ext cx="3840480" cy="4462272"/>
          </a:xfrm>
          <a:prstGeom prst="roundRect">
            <a:avLst>
              <a:gd name="adj" fmla="val 1429"/>
            </a:avLst>
          </a:prstGeom>
          <a:solidFill>
            <a:srgbClr val="152238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代价与改进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55280" y="2395728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c0 取大, 留下的样本太少, 统计效率损失严重。</a:t>
            </a:r>
            <a:endParaRPr lang="en-US" sz="12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取小, 下界不够紧, 信息量不足。</a:t>
            </a:r>
            <a:endParaRPr lang="en-US" sz="12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等 2024 把固定阈值换成随协变量变化的自适应截断, 缓解了这个矛盾。</a:t>
            </a:r>
            <a:endParaRPr lang="en-US" sz="12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机队的删失机制本身就是异质的, 这条改进在航空场景比在医学场景更有必要。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创新点在哪一格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按输出形式与标签完整性划分, 四格里三格已经有人做了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输出点估计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7804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输出有覆盖保证的区间或下界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920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标签完全可观测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4041648"/>
            <a:ext cx="1920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训练数据存在删失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240280"/>
            <a:ext cx="4297680" cy="1664208"/>
          </a:xfrm>
          <a:prstGeom prst="roundRect">
            <a:avLst>
              <a:gd name="adj" fmla="val 329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2459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已经饱和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880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 RUL 文献。C-MAPSS 上刷 RMSE 与 PHM08 Score, 提升空间接近于零。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2240280"/>
            <a:ext cx="4297680" cy="1664208"/>
          </a:xfrm>
          <a:prstGeom prst="roundRect">
            <a:avLst>
              <a:gd name="adj" fmla="val 3297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2459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已经有人做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880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Javanmardi 与 Hüllermeier 2023 把共形预测系统地用在 C-MAPSS 上, 含非交换共形与 CQR。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4041648"/>
            <a:ext cx="4297680" cy="1664208"/>
          </a:xfrm>
          <a:prstGeom prst="roundRect">
            <a:avLst>
              <a:gd name="adj" fmla="val 3297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已经有人做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46817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生存分析与随机生存森林处理删失是标准工具, 机械领域也已有应用。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4041648"/>
            <a:ext cx="4297680" cy="1664208"/>
          </a:xfrm>
          <a:prstGeom prst="roundRect">
            <a:avLst>
              <a:gd name="adj" fmla="val 3297"/>
            </a:avLst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空白, 本研究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46817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删失下的共形下界。统计学界 2023 到 2024 才解决, PHM 领域尚无人做。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一句话: 我们不发明新方法, 我们把统计学刚做出来的方法搬到一个它还没去过、而且比原场景更需要它的地方。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评价指标清单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点预测、生存模型、区间, 各自看什么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74720" cy="3931920"/>
          </a:xfrm>
          <a:prstGeom prst="roundRect">
            <a:avLst>
              <a:gd name="adj" fmla="val 1579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1952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点预测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 : 平方根误差, 对称惩罚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PHM08 Score : 高估惩罚更重, 因为换晚了更危险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645920"/>
            <a:ext cx="3474720" cy="3931920"/>
          </a:xfrm>
          <a:prstGeom prst="roundRect">
            <a:avLst>
              <a:gd name="adj" fmla="val 1579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1901952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901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生存模型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C-index : 排序一致性, 只看谁先坏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1144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IBS : 积分 Brier 分数, 同时看判别与校准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1144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D-calibration : 预测的生存分布是否校准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9288" y="1645920"/>
            <a:ext cx="3474720" cy="3931920"/>
          </a:xfrm>
          <a:prstGeom prst="roundRect">
            <a:avLst>
              <a:gd name="adj" fmla="val 1579"/>
            </a:avLst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93608" y="1901952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E39B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1901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PICP : 实际覆盖率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3608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PINAW : 归一化平均宽度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分层覆盖 : 按 RUL 分段逐段检查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一句话: 只报 RMSE 说明还停留在第一列。这个方向的价值在第二列和第三列。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我们打算做的三件事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98448"/>
            <a:ext cx="118872" cy="118872"/>
          </a:xfrm>
          <a:prstGeom prst="ellipse">
            <a:avLst/>
          </a:prstGeom>
          <a:solidFill>
            <a:srgbClr val="E39B2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2104" y="1298448"/>
            <a:ext cx="129845" cy="129845"/>
          </a:xfrm>
          <a:prstGeom prst="ellipse">
            <a:avLst/>
          </a:prstGeom>
          <a:solidFill>
            <a:srgbClr val="E39B2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1298448"/>
            <a:ext cx="140818" cy="140818"/>
          </a:xfrm>
          <a:prstGeom prst="ellipse">
            <a:avLst/>
          </a:prstGeom>
          <a:solidFill>
            <a:srgbClr val="E39B26">
              <a:alpha val="4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1298448"/>
            <a:ext cx="151790" cy="151790"/>
          </a:xfrm>
          <a:prstGeom prst="ellipse">
            <a:avLst/>
          </a:prstGeom>
          <a:solidFill>
            <a:srgbClr val="E39B26">
              <a:alpha val="5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45336" y="1298448"/>
            <a:ext cx="162763" cy="162763"/>
          </a:xfrm>
          <a:prstGeom prst="ellipse">
            <a:avLst/>
          </a:prstGeom>
          <a:solidFill>
            <a:srgbClr val="E39B26">
              <a:alpha val="6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83080" y="1298448"/>
            <a:ext cx="173736" cy="173736"/>
          </a:xfrm>
          <a:prstGeom prst="ellipse">
            <a:avLst/>
          </a:prstGeom>
          <a:solidFill>
            <a:srgbClr val="E39B26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20824" y="1298448"/>
            <a:ext cx="184709" cy="184709"/>
          </a:xfrm>
          <a:prstGeom prst="ellipse">
            <a:avLst/>
          </a:prstGeom>
          <a:solidFill>
            <a:srgbClr val="E39B26">
              <a:alpha val="7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58568" y="1298448"/>
            <a:ext cx="195682" cy="195682"/>
          </a:xfrm>
          <a:prstGeom prst="ellipse">
            <a:avLst/>
          </a:prstGeom>
          <a:solidFill>
            <a:srgbClr val="E39B26">
              <a:alpha val="8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96312" y="1298448"/>
            <a:ext cx="206654" cy="206654"/>
          </a:xfrm>
          <a:prstGeom prst="ellipse">
            <a:avLst/>
          </a:prstGeom>
          <a:solidFill>
            <a:srgbClr val="E39B26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34056" y="1298448"/>
            <a:ext cx="217627" cy="217627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74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37360" y="1892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把删失放回问题里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18745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20% / 40% / 60% 的删失率截断训练轨迹, 对比四条路线: 丢弃删失、把删失当失效、显式建模删失, 以及用完整数据训练的上界。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737360" y="3310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构造删失下的共形下界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Candès 等的加权共形方案移植到剩余寿命预测上, 给出满足覆盖率保证的下预测界, 并与忽略删失的常规共形做对照。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47091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737360" y="47274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让删失机制贴近机队现实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20640" y="470916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不止做完全随机删失。让删失概率依赖飞行等级等协变量, 检验自适应截断在异质删失下是否确有必要。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 一篇 EI 会议论文。竞争风险留作后续工作, 本轮不进主线。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谁做什么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196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96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77393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N-CMAPSS 的 DS01 与 DS03, 跑探查脚本, 弄清每个数据块的形状与含义。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3288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724912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2E4A6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249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6791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复现一条常规路线: 滑窗加一维卷积网络, 输出点估计, 报 RMSE 与 PHM08 Score。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38144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630168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2E4A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301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5844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scikit-survival 或 R 的 randomForestSRC, 先在小子集上跑通 KM 与 Cox。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34340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535424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2E4A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354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448970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读共形预测入门综述, 在任意回归数据上先把分裂共形跑通, 亲手验证覆盖率。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248656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440680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2E4A6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406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删失共形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5394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 Candès 等 2023, 重点弄清截取阈值与加权那两步在做什么。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以下条目均可在 Google Scholar 检索到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1536192"/>
            <a:ext cx="5349240" cy="4343400"/>
          </a:xfrm>
          <a:prstGeom prst="roundRect">
            <a:avLst>
              <a:gd name="adj" fmla="val 1263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8308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Kaplan E L, Meier P. Nonparametric estimation from incomplete observations. JASA, 1958, 53(282): 457-481.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Cox D R. Regression models and life-tables. JRSS-B, 1972, 34(2): 187-220.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Harrell F E, et al. Evaluating the yield of medical tests. JAMA, 1982, 247(18): 2543-2546.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Graf E, et al. Assessment and comparison of prognostic classification schemes for survival data. Statistics in Medicine, 1999, 18(17-18): 2529-2545.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Fine J P, Gray R J. A proportional hazards model for the subdistribution of a competing risk. JASA, 1999, 94(446): 496-509.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Vovk V, Gammerman A, Shafer G. Algorithmic Learning in a Random World. Springer, 2005.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Ishwaran H, et al. Random survival forests. Annals of Applied Statistics, 2008, 2(3): 841-860.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Saxena A, Goebel K, Simon D, Eklund N. Damage propagation modeling for aircraft engine run-to-failure simulation. PHM, 2008.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Lei J, et al. Distribution-free predictive inference for regression. JASA, 2018, 113(523): 1094-1111.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28232" y="178308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Lee C, et al. DeepHit: A deep learning approach to survival analysis with competing risks. AAAI, 2018.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Romano Y, Patterson E, Candes E. Conformalized quantile regression. NeurIPS, 2019.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Tibshirani R J, Barber R F, Candes E, Ramdas A. Conformal prediction under covariate shift. NeurIPS, 2019.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Haider H, et al. Effective ways to build and evaluate individual survival distributions. JMLR, 2020, 21(85): 1-63.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[14] Arias Chao M, Kulkarni C, Goebel K, Fink O. Aircraft engine run-to-failure dataset under real flight conditions for prognostics and diagnostics. Data, 2021, 6(1): 5.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Angelopoulos A N, Bates S. A gentle introduction to conformal prediction and distribution-free uncertainty quantification. arXiv:2107.07511, 2021.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Barber R F, Candes E J, Ramdas A, Tibshirani R J. Conformal prediction beyond exchangeability. Annals of Statistics, 2023, 51(2): 816-845.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Candes E, Lei L, Ren Z. Conformalized survival analysis. JRSS-B, 2023, 85(1): 24-45.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Javanmardi A, Huellermeier E. Conformal prediction intervals for remaining useful lifetime estimation. International Journal of Prognostics and Health Management, 2023, 14(2).</a:t>
            </a:r>
            <a:endParaRPr lang="en-US" sz="95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Gui Y, Hore R, Ren Z, Barber R F. Conformalized survival analysis with adaptive cut-offs. Biometrika, 2024, 111(2): 459-477.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航空发动机剩余寿命预测方向讨论</dc:title>
  <dc:subject>PptxGenJS Presentation</dc:subject>
  <dc:creator/>
  <cp:lastModifiedBy/>
  <cp:revision>1</cp:revision>
  <dcterms:created xsi:type="dcterms:W3CDTF">2026-08-10T12:17:55Z</dcterms:created>
  <dcterms:modified xsi:type="dcterms:W3CDTF">2026-08-10T12:17:55Z</dcterms:modified>
</cp:coreProperties>
</file>