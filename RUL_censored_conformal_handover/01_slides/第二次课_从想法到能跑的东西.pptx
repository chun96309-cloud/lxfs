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开场直接说：上次讲完我回去核算了一遍，有三处不实际，今天先改再跑。老师先认错，学生才敢质疑。
今天的成果物是能跑的五个脚本，不是新理论。讲完让每个人回去跑。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一分钟过完。重点是告诉学生第二段要对着脚本听，最好把 cmapss_common.py 打开放在旁边。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三条各讲一分钟。重点不是错在哪，是“核算”这个动作：写方案之前先把数字算出来。
第二条顺带引出代码里的两个代号 Cw 与 Cw1，后面会反复出现。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这一页要让学生自己算一遍那三个数：120、30、50。算对了才往下走。
对照那句很重要：规则对失效机也执行，不然分布不对。代码里断言“保留样本上的可观测标签应与真值一致”检查的就是这一页。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这一页是写进论文引言的东西。让学生记住那句话：完全随机的下线，在样本层面不是完全随机的删失。
表里的数字是示意，真数字 s03 会打印 t=50/100/150/200/250 处的权重，F05 画出整条曲线。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Cw1 是安全的，方案 Cw 是实用的。论文里两个都报，差距本身就是结果。
提醒：s02 无删失基线里也有这两版（method_code 为 all 与 one_mean），先在无删失时看两者差多少，再看删失后。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决策区覆盖率是新加的，因为下界被 c0 封顶之后，RUL 大于 c0 的样本覆盖是平凡的，总体覆盖率会被这些样本稀释。
五个指标的列名和 s03_methods.csv 的列名一致，让学生对着表看。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让学生课后填这张表。60% 删失率上次是拍脑袋定的，表出来再决定留不留。
注意 20631 行是训练集，测试集是 13096 行、100 台，测试机在失效前被截断。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特意说一句：点预测器只求够用。学生最容易在这一步花两周调网络，那是上一个方向的惯性。
s01 的两个易错点：工况设置带噪声，要按标称间隔取整再数组合；传感器 6 只在两个值间跳，近零方差判据用 0.01。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流程图上的第五步是唯一有统计内容的一步，其余都是数据工程。
造删失那段要强调两点：与寿命无关（这是本次的假设，下次课换成依赖工况）；每台机的 C_i 都记录（Type-I），所以 S_C 直接用经验分布，不用 Kaplan-Meier。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不要推导。让学生对照脚本里 weighted_lpb 那个函数看，三行公式对应三段代码。
讲清 searchsorted 那一步：把校准得分排序、权重累加，找第一个累计权重达到阈值的位置，那里的得分就是 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上次讲稿里说五条线，代码里是六条：多了 Cw1。A 在删失率 60% 时校准折失效机可能很少，脚本会照跑，但那一行不可信。
E 不依赖删失率，脚本按 c0 缓存，三档删失率共用。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决策区那两段是全部实验的落脚点。其余段打印出来只是为了完整。
如果有学生问“为什么不按发动机做 bootstrap 算置信区间”，回答：下次课做，这次先把点估计跑出来。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顺序不能乱。s01 不贴回来，s02 跑出问题分不清是数据还是代码。
验收标准照移交文档第 5 节，这里是缩写。汇报格式在移交文档第 9 节：控制台输出原样贴，不总结成“覆盖率良好”。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F07 到 F09 是论文实验节的三张图。F10 给学生看最直观。
所有图注都要写明删失是人工构造的。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这一页对着移交文档第 5 节念，一条一行。全部通过。
传感器 6 的 std 是 0.0014，所以判据必须是 0.01 而不是 0.001，这是代码里改过的一处。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F04 右图是一条水平线，40 台。让学生说出为什么：C_MIN = 60 &gt; c0。如果把 C_MIN 调到 20，这条线就会掉下来。
F05 权重在 t 大于 250 处顶到 60，是下限截断在起作用，不是真实似然比。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先让学生看左图，再看右图，问：哪个数该报进论文？答：右图。
不要替结果辩护。E 都只有 0.45，说明这是方法框架的问题，不是删失处理的问题。这是本次实验最重要的发现，也是下次课的起点。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 里 [30,60) 和 [60,125] 两段全部是 1.0，这是封顶的必然结果，不是成绩。
F09 右上为好。Cw1 比 Cw 覆盖高、下界低，是一机一点的代价；trivial 在 60% 时最多 0.9%。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F10 给学生看最直观。让他们指出哪一段是决策区。
F03 里空心点后面的橙色段就是修正一丢掉的样本，让学生数一下删失机和失效机各丢了多少。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第一句最重要，其余四句是它之下的细节。学生若问“那这篇论文还能写吗”，答：能，因为现在知道了要解决什么。E 都不达标，说明决策区需要自己的校准，这正是 Mondrian 那一步存在的理由。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作业二和作业三都有标准答案，下次课开头先对答案。
作业二答案：校准折保留发动机在全部组合里都是 40 台，按这一列 60% 不放弃；但 A 在 60% 时只有 16 台失效机，A 那一行不可信。
作业三答案：40% 删失、c0 = 30，Cu 0.287 对 Cw 0.388，差来自权重 1/S_C(t+c0)；Cw1 的 mean_L 更低是一机一点校准点少的代价。
下次课的第一项 Mondrian 校准是移交文档里下一步的第一优先级，提前让学生读论文一第 6.2 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第二次课：从想法到能跑的东西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上次方案有三处经不起核算，先改掉；然后把数据读进来，跑通第一版下界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57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数据：C-MAPSS FD001（先在最简单的子集上把流程跑通；删失是人工构造的）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工具：Python 3.10 跑管线，R 4.5 出图；五个脚本，结果只在控制台打印并落盘到 results/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时长：约 60 分钟。前 25 分钟改方案，后 35 分钟讲代码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删失与时序相关并存条件下的航空发动机剩余寿命共形下界 · 第二次课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今天的路线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三段：先改方案，再跑代码，最后交付作业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6160" cy="3566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91640"/>
            <a:ext cx="402336" cy="402336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916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改方案（第 3 到 8 页）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331720"/>
            <a:ext cx="31638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上次方案三处经不起核算：样本量没算、权重相乘没有保证、成本参数是编的。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三处修正各带一个副产品：样本级选择规则、权重不是常数、两层结构的两个校准方案。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66160" cy="3566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8848" y="1691640"/>
            <a:ext cx="402336" cy="40233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8848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16916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跑代码（第 9 到 14 页）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331720"/>
            <a:ext cx="31638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数据长什么样，六步流程，下界的三行公式对应三行代码，删失怎么造，六条对比线，评估协议。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这一段对着脚本讲，每页标出对应的函数名。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566160" cy="3566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7888" y="1691640"/>
            <a:ext cx="402336" cy="402336"/>
          </a:xfrm>
          <a:prstGeom prst="ellipse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16916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交付（第 15 到 22 页）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331720"/>
            <a:ext cx="31638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五个脚本按顺序跑，每一步的验收标准；跑完得到 11 张图。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16 到 21 页是在真实 FD001 上跑出来的结果：验收对照、核算表、主结果三张图、怎么读。最后是三项作业。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1672" cy="7772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035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一句话记住今天：先算再说，先跑通再谈理论。写方案之前把数字算出来，写理论之前把实验跑出来。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上次方案里三处经不起核算的地方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研究方案不是定了就不动，算过之后该改就改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1463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4592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184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样本量没算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2082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FD001 只有 100 台发动机。上次说“按发动机整机截取”，删失 60% 再切校准集，校准折可能只剩十几台。这个数没算就往下写了。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26680" y="1600200"/>
            <a:ext cx="3730752" cy="109728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160020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改：选择改在样本层面做，删失机的早期循环照样能用；把样本量核算写进脚本 s03，先算再说。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1091672" cy="1463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24612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186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权重相乘没有保证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2102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删失权重有似然比含义；时序权重是启发式的，保证形式完全不同。两个相乘之后还剩什么保证，说不清。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26680" y="3200400"/>
            <a:ext cx="3730752" cy="109728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09560" y="320040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改：不相乘。同机相关改用两层结构处理，全部循环校准（Cw）与一机一点校准（Cw1）两版都跑，先看实验。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17720"/>
            <a:ext cx="11091672" cy="1463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84632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8188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成本参数是编的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拆检成本、非计划停场成本，一个真实数字都没有。编一组参数算曲线，等于自己定输赢。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26680" y="4800600"/>
            <a:ext cx="3730752" cy="109728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80060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改：不做成本曲线。报总体覆盖率、决策区覆盖率、分段覆盖率、平均下界、无信息界比例。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修正一：删失在剩余寿命里的正确形态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下线在整机层面发生，选择在样本层面进行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19659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保留 (i, t)   当且仅当   C_i − t ≥ c0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C_i 是第 i 台机的下线时刻，t 是当前循环，c0 是我们定的观测视野。对保留下来的样本，min(RUL, c0) 一定看得见。代码：s03_censoring.py 里 keep = (C_row − cycle) ≥ c0。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5120640" cy="274320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73075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为什么丢的是最后 c0 个循环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114800"/>
            <a:ext cx="4718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在下线前最后 c0 个循环上，发动机会不会在 c0 之内坏掉，我们看不到，min(RUL, c0) 算不出来。再往前的循环不受影响。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所以删失机不是整台没用，是最后一段没用。规则对失效机也同样执行，这样两群样本才只差一个协变量分布。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一台删失机：F = 200，C = 150，c0 = 30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2240280"/>
            <a:ext cx="2979115" cy="384048"/>
          </a:xfrm>
          <a:prstGeom prst="rect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34195" y="2240280"/>
            <a:ext cx="744779" cy="384048"/>
          </a:xfrm>
          <a:prstGeom prst="rect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78974" y="2240280"/>
            <a:ext cx="1241298" cy="384048"/>
          </a:xfrm>
          <a:prstGeom prst="rect">
            <a:avLst/>
          </a:prstGeom>
          <a:solidFill>
            <a:srgbClr val="E4E8EE"/>
          </a:solidFill>
          <a:ln w="9525">
            <a:solidFill>
              <a:srgbClr val="6E7A8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897880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876995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21774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= 150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863072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200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3209544"/>
            <a:ext cx="274320" cy="274320"/>
          </a:xfrm>
          <a:prstGeom prst="rect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3154680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保留：t ≤ 120，共 120 个样本，标签 min(RUL, 30) 可观测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55080" y="3776472"/>
            <a:ext cx="274320" cy="274320"/>
          </a:xfrm>
          <a:prstGeom prst="rect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3721608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丢弃：121 到 150，观测到了但 30 循环内是否失效不可知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4343400"/>
            <a:ext cx="274320" cy="274320"/>
          </a:xfrm>
          <a:prstGeom prst="rect">
            <a:avLst/>
          </a:prstGeom>
          <a:solidFill>
            <a:srgbClr val="6E7A8A"/>
          </a:solidFill>
          <a:ln w="12700">
            <a:solidFill>
              <a:srgbClr val="6E7A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288536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未观测：151 到 200，下线之后的部分，本来就看不到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983480"/>
            <a:ext cx="4965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对照：一台失效机 F = 200，C = 210，同样规则下保留 t ≤ 180，最后 20 个循环也要丢。它的标签在 t &gt; 170 时是 F − t &lt; 30，在 t ≤ 170 时是 30。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修正一的副产品：一个真正属于我们的发现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即使下线完全随机，样本层面的删失也依赖协变量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210312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样本被保留的概率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P( 保留 | t )  =  S_C ( t + c0 )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S_C 是下线时刻的生存函数，S_C(v) = P(C ≥ v)。即使下线时刻 C 与发动机自身完全无关，这个概率也随 t 单调下降：越老的循环，剩余观测窗越短，越容易被规则丢掉。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5120640" cy="26060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67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于是权重不是常数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 ( t )  =  1 / S_C ( t + c0 )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47091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论文一里“完全独立删失就不用加权”那句话，在剩余寿命问题里不成立。这是我们和医疗场景的第一个实质差别，写进引言。代码：weight_fn(t) = 1 / max(S(t + c0), 1/训练折台数)。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示意：权重随循环数变化（数字为示意）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965960"/>
          <a:ext cx="5056632" cy="914400"/>
        </p:xfrm>
        <a:graphic>
          <a:graphicData uri="http://schemas.openxmlformats.org/drawingml/2006/table">
            <a:tbl>
              <a:tblPr/>
              <a:tblGrid>
                <a:gridCol w="1685544"/>
                <a:gridCol w="1685544"/>
                <a:gridCol w="1685544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当前循环 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S_C(t + 30)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 w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1.05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5.0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0.10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6309360" y="3703320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含义：晚期循环在校准集里被系统性少采，每一个留下来的都要顶更多人的份。真数字看 s03 打印的 t = 50 到 250 处的权重，以及图 F05。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4206240"/>
            <a:ext cx="50566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三件事跟着这个发现走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循环序号 t 必须作为协变量进入模型（特征表第一列就是 t）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S_C 可以从训练折发动机的下线时刻直接估计，因为 Type-I 下下线时刻是完全观测的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脚本里 Cu 与 Cw 只差这一个权重，两行的差就是这个发现的直接证据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修正二：同机相关不再靠权重相乘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改用两层结构：发动机是第一层，循环是第二层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23317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上次的做法为什么不行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47183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权重是似然比，来自分布偏移的精确推导。时序权重是“近的样本更像”的启发式，它对应的理论是牺牲一点覆盖率换稳健性，保证形式完全不同。两个相乘，得到的既不是似然比，也不在任何一个定理的覆盖范围内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5120640" cy="2423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405079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正确的框架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434840"/>
            <a:ext cx="47183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发动机之间可交换，发动机内部的循环相关。这叫两层分层数据，共形预测在这类数据上已有专门结果，不需要自己发明。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把两层结构与删失一起处理并给出保证，是论文方法部分要做的理论工作。文献：Dunn, Wasserman, Ramdas (JASA 2023)；Lee, Barber, Willett (arXiv 2306.06342)。引用前按标题核对。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两个方案，今天都跑，代码里各有一个代号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2011680" cy="347472"/>
          </a:xfrm>
          <a:prstGeom prst="rect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659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Cw1 · 一机一点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423160"/>
            <a:ext cx="5056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每台校准发动机随机抽一个保留循环。校准点严格可交换，覆盖率保证是精确的。代价：校准折 40 台机分完只剩几十个点，分位数很粗，下界偏保守。脚本重复 20 次报均值。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4023360"/>
            <a:ext cx="2011680" cy="347472"/>
          </a:xfrm>
          <a:prstGeom prst="rect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4023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 · 全部循环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4480560"/>
            <a:ext cx="5056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所有保留循环都进校准集。样本多、下界紧，但同机相关让有效样本量远小于名义数。覆盖率还成不成立，靠实验看，而不是靠推。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5623560"/>
            <a:ext cx="5056632" cy="54864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62356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Cw1 是安全的，Cw 是实用的。论文里两个都报，差距本身就是结果。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修正三：不编成本参数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没有真实数字，就不做成本曲线；改报五个指标，都在 summarize_lpb 里算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201168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4718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维修触发规则加总成本曲线。拆检成本、停场成本没有真实来源，编出来审稿人一问就穿。以后拿到真实成本再做；拿不到，最多做成本比例的敏感性分析，并明说是敏感性。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5120640" cy="274320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73075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下界上限是 c0，这不是缺陷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114800"/>
            <a:ext cx="4718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方法给出的下界永远不超过 c0。也就是说它只回答一个问题：这台机能不能安全飞过接下来 c0 个循环。维修决策问的正是这个，c0 就是决策视野，脚本里跑 20、30、50 三档。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改报这五个，s03 结果表每行都有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65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192024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总体覆盖率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coverage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48272" y="2286000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P(真实 RUL ≥ 下界)，测试集全部循环，应不低于 90%。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2816352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48272" y="2770632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决策区覆盖率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cov_dec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48272" y="3136392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只看真实 RUL &lt; c0 的样本。这一段报错才出事，其余段下界天然满足。最要紧的数。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3666744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48272" y="3621024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分段覆盖率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cov[a,b)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3986784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按真实 RUL 分 [0,15)、[15,30)、[30,60)、[60,125] 四段各报一个。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9360" y="4517136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48272" y="4471416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平均下界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mean_L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48272" y="4837176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有限下界的均值，衡量紧不紧。永远说“至少 0 个循环”覆盖率也是 100%，所以必须一起看。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9360" y="5367528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09360" y="5367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48272" y="5321808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无信息界比例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trivial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48272" y="5687568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下界为负无穷的样本占比。校准集太小或权重太极端时会出现。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样本量：先算再说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FD001 的真实数字，以及核算公式；核算表由 s03 打印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66160" cy="10515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4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842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台发动机，训练集全部跑到失效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566160" cy="10515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481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4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20631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842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行样本，每台平均约 206 个循环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417320"/>
            <a:ext cx="3566160" cy="10515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481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4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128 – 362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842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循环数范围，最短的机只有 128 个循环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5486400" cy="36576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816352"/>
            <a:ext cx="5084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核算公式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1089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保留样本数 = Σ_i max( 0, min( O_i, C_i − c0 ) 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35204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保留发动机数 = #{ i : C_i − c0 ≥ 1 }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0233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O_i = min(F_i, C_i) 是实际观测到的循环数。三台机的手算例子：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F=200, C=150 → min(150, 120) = 120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F=200, C=260 → min(200, 230) = 200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F=200, C=210 → min(200, 180) = 180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校准折按 40% 划，FD001 是 40 台。s03 对三档删失率乘四档 c0 各算一遍，写到 s03_accounting.csv，F04 画成图。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2651760"/>
            <a:ext cx="5239512" cy="365760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1968" y="2816352"/>
            <a:ext cx="4837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两条底线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3200400"/>
            <a:ext cx="4837176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第一，校准折保留发动机少于 30 台，一机一点方案（Cw1）不做。90% 分位数在二十几个数上取没有意义。汇报时把低于 30 的组合标出来。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第二，完整的核算表由 s03 打印：三档删失率乘四档 c0。表出来之前，不定删失率的上限。60% 那一档很可能要放弃，放弃就放弃。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数据长什么样：C-MAPSS 文件格式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列，空格分隔，没有表头；s01_inspect.py 把这些都打印出来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7665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3931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本次怎么用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发动机编号 unit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分组键，划分训练与校准按它来；RUL 文件第 k 行对应测试机 k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循环序号 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作为协变量进模型，修正一的权重也用它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 – 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三个工况设置 op1-3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FD001 单工况，带小噪声，本次不用；FD002/FD004 有 6 种，下次课用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 – 26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 个传感器 s1-s21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去掉 1, 5, 6, 10, 16, 18, 19 七个近零方差的，剩 14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94760"/>
            <a:ext cx="6766560" cy="25146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3959352"/>
            <a:ext cx="6364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标签与划分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4343400"/>
            <a:ext cx="6364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训练集：每台机跑到失效，RUL = F − t，封顶 125（论文二的做法）。add_labels_train。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测试集：每台机在失效前被截断，RUL 文件给最后一刻的真实 RUL，往前推得每个循环的 RUL。add_labels_test。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划分：按发动机 60 / 40 分训练折与校准折，种子 2026。比论文二的 90 / 10 多留校准，因为一机一点方案需要足够多的发动机。split_engines。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589520" y="1417320"/>
            <a:ext cx="4050792" cy="48920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90688" y="1581912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特征：build_features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65960"/>
            <a:ext cx="364845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个传感器的当前值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个传感器最近 30 个循环的滚动均值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个传感器最近 30 个循环的滚动标准差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循环序号 t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43 维。滚动量只用过去的数据，不会泄漏未来；窗口不足 30 时用已有的算。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点预测器用梯度提升树（HistGradientBoostingRegressor，300 轮），CPU 几秒训完，不需要显卡。这一步不是重点，够用就行，不调参。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今天要跑通的流程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六步，脚本 s02 对应无删失版本，s03 对应删失版本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读数据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训练、测试、RUL 三个文件 load_subset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0112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84704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84704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84704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造特征与标签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84704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 维特征，RUL 封顶 125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1584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56176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6176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456176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按发动机划分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56176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60% 训练折，40% 校准折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63056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7648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7648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27648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点预测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27648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梯度提升树，训练折上拟合 fit_model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34528" y="1417320"/>
            <a:ext cx="1734312" cy="160020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99120" y="1581912"/>
            <a:ext cx="329184" cy="329184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99120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99120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共形校准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99120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校准折上算得分，取加权分位数 weighted_lpb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906000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70592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70592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070592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070592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测试集全部循环，五个指标 summarize_lpb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3200400"/>
            <a:ext cx="11091672" cy="31089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9808" y="336499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s03 在第五步前多两个动作，都在 s03_censoring.py 里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49808" y="3703320"/>
            <a:ext cx="1068933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造删失 gen_censoring：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给每台训练机抽一个下线时刻 C_i ~ Uniform(60, U) 取整，与该机寿命 F_i 无关；U 用二分法调到 mean(C_i &lt; F_i) 命中目标删失率 20% / 40% / 60%。下线时刻对每台机都记录，对应论文一的 Type-I 设定，现实含义是计划性退役日期事先知道。观测长度 O_i = min(F_i, C_i)，失效指示 δ_i = 1{F_i ≤ C_i}。种子 2026 + 删失率 × 100，结果可复现。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选样本加权 keep / weight_fn：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按修正一的规则保留 C_i − t ≥ c0 的样本；标签 y = min(RUL, c0) 在保留样本上可观测（失效机且 F − t ≤ c0 取 F − t，否则取 c0）；权重 1 / S_C(t + c0)，S_C 用训练折全部发动机的下线时刻做经验生存函数，分母下限 1 / 训练折台数。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两道保险：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脚本用 assert 核对保留样本上按可观测量算出的标签等于真值 min(RUL, c0)，不等就停；每个删失率开头打印目标与实际删失率，相差超过 0.03 也要停。所有表都写到 results/，s04 只读这些 CSV，不再碰模型。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下界怎么算，一页够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无删失时权重全为 1，退化成普通分裂共形；三行公式对应 weighted_lpb 里的三段代码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184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819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得分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V_j  =  m̂ ( x_j )  −  y_j ,    y_j  =  min ( RUL_j ,  c0 )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20391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预测值减真值。预测偏高得分为正，这正是我们要防的方向。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80960" y="1554480"/>
            <a:ext cx="3776472" cy="9601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0" y="1554480"/>
            <a:ext cx="3410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yhat_cal − y_cal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11091672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953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临界值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2926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η ( x )  =  Quantile_{1−α} ( Σ_j p_j δ_{V_j}  +  p_∞ δ_∞ 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34107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加权经验分位数。p_j 正比于 w_j，p_∞ 正比于测试点自己的权重 w(x)。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80960" y="2926080"/>
            <a:ext cx="3776472" cy="9601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2926080"/>
            <a:ext cx="3410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 = (1−α)(Σw + w_test)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searchsorted(cumw, thr)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η = V_sorted[idx]，越界则 η = ∞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3616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3251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 ( x )  =  ( m̂ ( x )  −  η ( x ) )  ∧  c0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7823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预测值减去安全边际，再用 c0 封顶。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80960" y="4297680"/>
            <a:ext cx="3776472" cy="9601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63840" y="4297680"/>
            <a:ext cx="3410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yhat_test − η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minimum(L, cap)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557784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权重极端时 p_∞ 会接近 1，η 变成无穷，下界变成负无穷。脚本对 S_C 设了下限截断，并单独统计这类无信息界的比例 trivial。两侧区间（论文二那种）另在 split_conformal_twosided 里，得分 |y − m̂|，只在 s02 里用来确认复现无误。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六条对比线，代号与代码一致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s03 对每个删失率和 c0 各跑一遍，结果表 s03_methods.csv 的 method_code 列就是这六个代号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4023360"/>
                <a:gridCol w="377647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训练与校准用什么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无删失参照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完整数据，标签 min(RUL, c0)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上界参照：删失造成的损失有多大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23A4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丢弃删失机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只用跑到失效的发动机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常见错误做法一：样本变少，且分布有偏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39B26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把下线当失效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观测到的全部行，标签 min(O_i − t, c0)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常见错误做法二：标签系统性偏低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7A8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选样本，不加权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 C_i − t ≥ c0 的样本，权重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消融：不修正 t 引起的偏移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4A6B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选样本，加权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同上，权重 1 / S_C(t + c0)，全部保留循环校准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现行方法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D7A5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选样本，加权，一机一点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同上，每台校准机抽一个循环，重复 20 次取均值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校准点严格可交换的版本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74920"/>
            <a:ext cx="5394960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2395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两组对照各说明一件事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5623560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 对 Cw：只差权重，差就是修正一副产品的证据。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 对 Cw1：只差校准点是全部循环还是一机一点，差就是修正二两个方案的代价。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5074920"/>
            <a:ext cx="5513832" cy="12344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27648" y="5239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读表先看哪一列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27648" y="5623560"/>
            <a:ext cx="5111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 cov_dec，再看 mean_L，最后看 trivial。E 是天花板，A 与 B 应该明显差，Cw 应该接近 E。不符合预期，改的是解释，不是数据。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评估协议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测试集怎么用，分段怎么分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用测试集的全部循环，不只用最后一点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4992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论文二只用每台测试机的最后一个循环，FD001 一共 100 个点，分段之后每段十几个，没法看。测试机每个循环的真实 RUL 都能从 RUL 文件往前推，全部用上有 13096 个点。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5394960" cy="26060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8679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但要说清楚一件事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251960"/>
            <a:ext cx="49926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13096 个点来自 100 台机，同机高度相关。覆盖率的点估计没问题，但它的不确定性要按 100 台机算，不能按 13096 算。论文里写清楚这一句，审稿人就不会拿它做文章。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另一件事：测试机是在失效前随机截断的，靠近失效的点比训练集少，决策区的点数 n_dec 会明显少于总数，表里单独给了。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417320"/>
            <a:ext cx="533095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0528" y="1581912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按真实 RUL 分四段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965960"/>
          <a:ext cx="478231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240487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c0 = 30 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[0, 15)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临近失效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决策区，最要紧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[15, 30)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[30, 60)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下界被封顶，覆盖趋于平凡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[60, 125]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583680" y="3977640"/>
            <a:ext cx="47823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分段的边界跟着 c0 走。c0 换成 50，决策区就是前三段；c0 = 20 时决策区是第一段加第二段的前一半，表里用 cov_dec 直接给。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脚本同时打印总体覆盖率和决策区覆盖率，两个数一起看：总体达标而决策区不达标，就是论文二自己承认的那个问题，也是论文一 Theorem 5 条件覆盖不可能的具体形态。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五个脚本，按顺序跑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每一个的输出都要贴回来；只改脚本顶部的 DATA_DIR，或把数据目录作为命令行参数传入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27632"/>
            <a:ext cx="365760" cy="365760"/>
          </a:xfrm>
          <a:prstGeom prst="ellipse">
            <a:avLst/>
          </a:prstGeom>
          <a:solidFill>
            <a:srgbClr val="6E7A8A"/>
          </a:solidFill>
          <a:ln w="12700">
            <a:solidFill>
              <a:srgbClr val="6E7A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s00_env.py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环境自检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46304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 Python 与 numpy / pandas / scikit-learn 版本，Rscript 是否在 PATH，宋体与 Times New Roman 字体文件是否存在，FD001 三个文件是否齐全。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46720" y="1481328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481328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三个包有版本号；Rscript 找得到；两个字体都“有”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359152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2615184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468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s01_inspect.py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28163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探查结构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450592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打印四个子集每个文件的形状、前五行、发动机台数、每台循环数、各列标准差、工况组合数。不建模。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2468880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468880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列无 NaN；训练 100 台 20631 行；近零方差传感器 1,5,6,10,16,18,19；FD001 工况组合 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46704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602736"/>
            <a:ext cx="365760" cy="365760"/>
          </a:xfrm>
          <a:prstGeom prst="ellipse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3456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s02_baseline.py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380390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无删失基线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3438144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跑通六步流程。先算论文二那种两侧区间确认复现无误；再算一侧下界，全部循环校准与一机一点校准各一版。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46720" y="3456432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83880" y="3456432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两侧区间覆盖率 0.87 到 0.93；两行下界覆盖率不明显低于 0.85；results/ 出现 4 个 s02 文件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334256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" y="45902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" y="4590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4443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s03_censoring.py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47914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删失版本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3291840" y="44256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先打印样本量核算表；再对三档删失率乘三档 c0 跑六条线；断言保留样本标签与真值一致。约几分钟。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46720" y="4443984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83880" y="4443984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实际删失率与目标差不超过 0.03；核算表记录校准折保留发动机数；断言不触发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5321808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9808" y="557784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5577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280160" y="54315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s04_figures.R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280160" y="5779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出图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54132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 results/ 的 CSV 出 11 张图到 figures/，宋体五号，Times New Roman 五号，PNG 与 PDF 各一份。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046720" y="5431536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83880" y="5431536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个文件；日志无“回退到系统字体”；F07 到 F09 目视无乱码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或者双击 run_all.bat（可带数据目录参数），日志在 logs/。顺序不能乱：s01 的输出如果和第 9 页说的格式不一样，先停下来，不要跑 s02。跑不通贴报错，不要自己改代码。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跑完会得到 11 张图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s04_figures.R 生成，宋体五号，Times New Roman 五号，PNG 与 PDF 各一份；只出这 11 张，不自行加图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4447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失效循环数分布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数据描述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1636" y="1371600"/>
            <a:ext cx="5408676" cy="694944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14516" y="137160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F07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91756" y="14447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总体与决策区覆盖率随删失率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191756" y="1755648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157984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157984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231136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传感器退化轨迹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542032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数据描述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1636" y="2157984"/>
            <a:ext cx="5408676" cy="694944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4516" y="2157984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191756" y="2231136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分段覆盖率柱状图，各方法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191756" y="2542032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944368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2944368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017520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删失时间线：保留、丢弃、失效、删失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3328416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页的图，用真数据画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31636" y="2944368"/>
            <a:ext cx="5408676" cy="694944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4516" y="2944368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191756" y="3017520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决策区覆盖率 对 平均下界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191756" y="3328416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覆盖率与紧度的取舍，主结果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730752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3730752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3803904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样本量核算随 c0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4114800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页的表，画成图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31636" y="3730752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4516" y="3730752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91756" y="3803904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一台测试机的真实 RUL 与各方法下界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191756" y="4114800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最直观的一张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4517136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517136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F05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508760" y="4590288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 w(t) 随 t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508760" y="4901184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页的表，画成图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31636" y="4517136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4516" y="4517136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F11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191756" y="4590288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两侧区间排序图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191756" y="4901184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复现论文二的图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5303520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30352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508760" y="537667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基线分段覆盖：全部循环 vs 一机一点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1508760" y="5687568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页两方案的差，无删失时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橙色三张是论文实验节的主结果图，其余用于课件和数据描述。图的编号和文件名一致。重点删失率与 c0 在脚本顶部的 FOCUS_RATE（0.40）、FOCUS_C0（30）改。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真实数据跑出来了：验收对照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FD001，Python 3.11，numpy 2.4，pandas 3.0，scikit-learn 1.9；五个脚本全部退出码 0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651760"/>
                <a:gridCol w="3657600"/>
                <a:gridCol w="39593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脚本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验收项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台，20631 行，循环 128 到 362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台，20631 行，128 到 362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测试集 / RUL 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 13096 行 / 100 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 13096 行 / 100 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近零方差传感器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1, 5, 6, 10, 16, 18, 19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5, 6, 10, 16, 18, 19（传感器 6 的 std = 0.0014）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工况组合数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FD001 为 1，FD002 / FD004 为 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1，6，6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s02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两侧区间覆盖率（全部循环）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0.87 到 0.93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0.896（q = 28.8，宽 57.7）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s02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一侧下界覆盖率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不明显低于 0.85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全部循环 0.934；一机一点 0.948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s03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实际删失率与目标之差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不超过 0.03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 / 0.40 / 0.60，差为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s03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标签核对断言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不触发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未触发；results/ 15 个 s03 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49240"/>
            <a:ext cx="11091672" cy="96012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51383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点预测精度只求够用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5897880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RMSE：测试机最后一循环 17.2，测试全部循环 16.6，校准折 16.3。论文二报的量级相当。没有调参，也不打算调。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结果一：样本量核算与权重曲线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F04 与 F05，s03 的 [A] 表和权重打印画成图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04_sample_accoun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044952"/>
          </a:xfrm>
          <a:prstGeom prst="rect">
            <a:avLst/>
          </a:prstGeom>
        </p:spPr>
      </p:pic>
      <p:pic>
        <p:nvPicPr>
          <p:cNvPr id="5" name="Image 1" descr="/home/user/lxfs/RUL_censored_conformal_handover/03_code/figures/F05_weights_vs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3959352" cy="302666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572000"/>
            <a:ext cx="5394960" cy="17373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473659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核算表说了什么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5120640"/>
            <a:ext cx="49926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保留样本占观测样本的比例：删失 20% 时 94% 到 99%，60% 时 79% 到 96%。校准折保留发动机在全部 12 个组合里都是 40 台，因为下线时刻下限 C_MIN = 60 大于最大的 c0 = 50。作业二的答案：按这一列，60% 那档不用放弃。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126480" y="4572000"/>
            <a:ext cx="5513832" cy="17373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27648" y="473659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权重说了什么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327648" y="5120640"/>
            <a:ext cx="51114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 20% 时权重最大 1.6，接近常数；40% 和 60% 时晚期循环权重到 60，也就是下限 1 / 训练折台数被触发。删失越重、t 越大，留下来的样本要顶越多人的份。这就是第 5 页那个发现的真数据版本。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 即为宋体五号与 Times New Roman 五号。删失为人工构造。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结果二：总体覆盖率与决策区覆盖率随删失率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F07，c0 = 30；左总体，右决策区（真实 RUL &lt; 30，307 个测试点）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07_coverage_vs_censoring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47472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371600"/>
          <a:ext cx="395935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82296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cov_dec, c0 = 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0.384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0.593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0.430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0.610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680960" y="4114800"/>
            <a:ext cx="3959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总体覆盖率六条线都在 0.98 到 0.99，名义 0.90。决策区没有一条到 0.90，连无删失参照 E 也只有 0.45。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548640" y="5029200"/>
            <a:ext cx="11091672" cy="12801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9808" y="519379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 bug，这是已知问题 1 的真数据形态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5577840"/>
            <a:ext cx="106893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 = min(RUL, c0) 之后，13096 个测试点里 12789 个 y = 30，下界封顶后天然覆盖。90% 的保证全花在它们身上，决策区的 307 个点没有自己的保证。论文一 Theorem 5 说的条件覆盖不可能，论文二承认的分段问题，就长这样。下次课的 Mondrian 校准正是冲这个来的。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 即为宋体五号与 Times New Roman 五号。删失为人工构造。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结果三：分段覆盖率，以及覆盖率与紧度的取舍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F08 与 F09，删失率 40%，c0 = 30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08_stratified_coverage_by_meth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017520"/>
          </a:xfrm>
          <a:prstGeom prst="rect">
            <a:avLst/>
          </a:prstGeom>
        </p:spPr>
      </p:pic>
      <p:pic>
        <p:nvPicPr>
          <p:cNvPr id="5" name="Image 1" descr="/home/user/lxfs/RUL_censored_conformal_handover/03_code/figures/F09_coverage_vs_tigh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754880" cy="35661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029200"/>
            <a:ext cx="5394960" cy="1280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519379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 对 Cw：作业三的答案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5577840"/>
            <a:ext cx="4992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40% 删失、c0 = 30：决策区覆盖率 0.287 到 0.388；c0 = 50：0.399 到 0.546。只差一个权重。20% 删失时两者几乎没差，因为权重最大才 1.6。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126480" y="5029200"/>
            <a:ext cx="5513832" cy="12801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27648" y="519379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看起来最好，其实最保守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327648" y="5577840"/>
            <a:ext cx="5111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把下线当失效，标签系统性偏低，下界跟着偏低，所以决策区覆盖率最高、平均下界最低。60% 删失、c0 = 50 时它的平均下界 29，E 是 46。F09 里它在左上角：覆盖高，紧度差。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 即为宋体五号与 Times New Roman 五号。删失为人工构造。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结果四：一台测试机的轨迹，和校准折的删失时间线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F10 与 F03，删失率 40%，c0 = 30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10_single_engine_traj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017520"/>
          </a:xfrm>
          <a:prstGeom prst="rect">
            <a:avLst/>
          </a:prstGeom>
        </p:spPr>
      </p:pic>
      <p:pic>
        <p:nvPicPr>
          <p:cNvPr id="5" name="Image 1" descr="/home/user/lxfs/RUL_censored_conformal_handover/03_code/figures/F03_censoring_tim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754880" cy="267919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572000"/>
            <a:ext cx="11091672" cy="17373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473659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怎么看 F10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5120640"/>
            <a:ext cx="10689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黑线是真实 RUL，彩线是各方法的下界，虚线是 c0。大部分时间所有下界都贴着 c0 走，这就是“天然覆盖”。真正有信息的只有最后几十个循环：下界开始往下走，能不能走到黑线之下，就是决策区覆盖率在数的东西。B 的线最早往下掉，所以它覆盖高、下界松。F03 是第 4 页那张示意图的真数据版：绿色保留，橙色是每台机最后 30 个循环，实心失效，空心删失。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 即为宋体五号与 Times New Roman 五号。删失为人工构造。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结果怎么读：五句话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不改数据，不删结果，改的是解释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27632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6304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总体覆盖率不是要看的数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463040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六条线总体 0.96 到 0.99，决策区 0.18 到 0.67。边际保证被远离失效的样本稀释，无删失参照 E 也只有 0.45。这是方法框架层面的问题，优先级最高。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59152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615184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45059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加权有效，但只在删失重的时候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450592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40% 删失时 Cw 比 Cu 决策区覆盖率高 0.10 到 0.15；20% 时权重接近 1，两者没差。第 5 页的发现在真数据上成立。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46704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3602736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438144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的高覆盖是偏保守换来的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438144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把下线当失效让标签偏低，60% 删失、c0 = 50 时平均下界 29 对 46。覆盖率和紧度必须一起看，这就是修正三要报平均下界的原因。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34256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590288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4590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425696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一机一点更稳也更松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425696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Cw1 决策区覆盖率比 Cw 高 0.04 到 0.24，平均下界低 0.2 到 1.7，无信息界最多 0.9%。校准点少的代价。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321808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5577840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" y="5577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413248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在 60% 时不可信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5413248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校准折只剩 16 台失效机，它的数字不进论文。校准折保留发动机 40 台这一列没有拦住它，因为拦的是 C 方法。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550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以上数字都来自 results/s03_methods.csv 与 logs/s03.txt，删失为人工构造（Type-I，与寿命独立）。下一步：按 m̂(x) &lt; c0 分组的 Mondrian 校准。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作业与下次课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91672" cy="960120"/>
          </a:xfrm>
          <a:prstGeom prst="rect">
            <a:avLst/>
          </a:prstGeom>
          <a:solidFill>
            <a:srgbClr val="1F3352"/>
          </a:solidFill>
          <a:ln w="12700">
            <a:solidFill>
              <a:srgbClr val="1F335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8016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280160"/>
            <a:ext cx="9079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五个脚本跑通（四个 Python 一个 R），控制台输出和图贴到群里，按移交文档第 9 节的顺序。跑不通的贴报错，不要自己改代码。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091672" cy="960120"/>
          </a:xfrm>
          <a:prstGeom prst="rect">
            <a:avLst/>
          </a:prstGeom>
          <a:solidFill>
            <a:srgbClr val="1F3352"/>
          </a:solidFill>
          <a:ln w="12700">
            <a:solidFill>
              <a:srgbClr val="1F33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77440"/>
            <a:ext cx="9079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s03 的核算表，回答：60% 删失率那一档要不要保留。理由只能是“校准折保留发动机”那一列的数。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11091672" cy="960120"/>
          </a:xfrm>
          <a:prstGeom prst="rect">
            <a:avLst/>
          </a:prstGeom>
          <a:solidFill>
            <a:srgbClr val="1F3352"/>
          </a:solidFill>
          <a:ln w="12700">
            <a:solidFill>
              <a:srgbClr val="1F33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47472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作业三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474720"/>
            <a:ext cx="9079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 s03 结果表里 Cu 和 Cw 的 cov_dec，用一句话解释差从哪来。答案在第 5 页。再对比 Cw 和 Cw1 的 mean_L，说这是谁的代价。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09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下次课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2064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先对作业二、作业三的答案。</a:t>
            </a:r>
            <a:endParaRPr lang="en-US" sz="1150" dirty="0"/>
          </a:p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按预测值分组做 Mondrian 校准：校准集按 m̂(x) &lt; c0 与否分两组各取分位数，让决策区有自己的保证。这是对“总体达标、决策区不达标”最直接的处理。</a:t>
            </a:r>
            <a:endParaRPr lang="en-US" sz="1150" dirty="0"/>
          </a:p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FD002 与 FD004 合起来用（509 台，6 种工况），让下线时刻分布随工况变化，做依赖协变量的删失。</a:t>
            </a:r>
            <a:endParaRPr lang="en-US" sz="1150" dirty="0"/>
          </a:p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把点预测换成分位数回归，做 CQR 版本的下界，看紧度提升多少。c0 怎么选：论文一的做法是在训练折里留一块试。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2026-09-18T09:21:22Z</dcterms:created>
  <dcterms:modified xsi:type="dcterms:W3CDTF">2026-09-18T09:21:22Z</dcterms:modified>
</cp:coreProperties>
</file>