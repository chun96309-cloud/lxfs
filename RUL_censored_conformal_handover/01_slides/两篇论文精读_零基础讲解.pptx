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开场三十秒: 今天不推公式, 只讲清楚两篇论文各自解决了什么问题, 以及它们中间空着的那一块。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先给地图, 让听众知道自己在哪。讲的顺序和论文发表顺序不一样, 要说明为什么。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这一页务必讲慢。覆盖率是全场最重要的概念, 后面每一页都在围着它转。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零基础的人最容易把删失和缺失值混淆, 一定要点破: 协变量都在, 唯独结局变量只知道一个下限。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强调第四点。可交换性是唯一的代价, 后面论文二的局限和我们的切入点都从这里长出来。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这一页是全场技术核心。可以在黑板上举五个数的小例子: 残差 1,3,4,8,20, 取 90% 分位数就是 20。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这一页讲完停一下, 问一句: 那如果新样本和校准集不平等会怎样。这个问题直接引出后面全部内容。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最后这个方框是全场最重要的伏笔。念一遍原文那句: 在完全没有已知剩余寿命的极端情形下, 这些方法不再适用。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最后一条要特别指出: 按发动机划分而不是按样本点划分, 这是防止同机泄漏。作者做对了, 很多后来的工作没做对。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不用逐条细讲。重点是让听众看到: 后两种是在修补可交换性, 说明作者已经意识到时间相关是个问题。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反复强调: 覆盖率和窄度是一对矛盾。把区间放到无穷宽, 覆盖率必然 100%, 但毫无用处。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这一页是全场的转折点。讲完停三秒, 再进入论文一。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提醒: 下界低同时编码了风险和无知两件事, 而这两件事在决策上恰好都指向同一个动作。这个设计很聪明。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解释独立符号。可以打比方: 假设一是说, 在同龄同病史的人里面, 谁失联是碰运气, 不是因为快不行了。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这一页要让人笑出来。零基础的人只要记住那句话: 说得对但没用。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这一页是论文的骨架。负面结果先堵死一条路, 才显出后面那一招的价值。写论文时这个结构值得学。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这是全场第二个必须停下来的地方。先讲清楚偏移是怎么产生的, 下一页才讲怎么修。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这一页是理解全文的钥匙。可以用一个类比: 换目标就像换一把尺子, 换完之后两群人量出来的规律相同, 只是人群构成不同。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这一页要把逻辑闭环讲出来: 定理说必须加信息, 加的这个信息恰好是最容易拿到的那个。这是论文设计的精妙之处。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过一遍即可, 不要逐条深挖。重点让听众看到步骤 3 和 5 是新增的, 其余和普通分裂共形一样。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坏消息不要一笔带过。它说明分层覆盖率不达标不是某个方法差, 而是必须靠额外结构才能改善。这正好是研究空间。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那个上下界夹逼的技巧可以单独展开讲, 它回答了一个很自然的疑问: 真值看不到, 你怎么知道自己覆盖了。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这一页是全场结论。讲完可以直接进入下一步安排。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布置任务要具体到章节, 否则零基础的人会被附录劝退。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两篇论文，一条主线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从有覆盖率保证的预测区间，到删失数据下的剩余寿命下界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  Candès, Lei, Ren (2023)  Conformalized Survival Analysis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  Javanmardi, Hüllermeier (2023)  Conformal Prediction Intervals for RUL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零基础也能听懂。全程不需要推导，只需要跟住三个词：区间、覆盖率、删失。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今天的主线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四步走，每一步都是上一步逼出来的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37944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点预测不够用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299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只给一个数字，没人知道它有多可信。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88336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44952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共形预测给出区间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2369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不依赖模型假设，就能保证真值以指定概率落在区间里。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895344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论文二把它装到剩余寿命上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4439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在航空发动机数据上跑通，但有一个前提：每台发动机的真实寿命都得知道。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102352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458968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248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论文一处理这个前提没了的情况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6509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寿命被删失时，怎么还能给出有保证的下界。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论文一在时间上更早、更基础；论文二是应用。但按理解顺序，先讲论文二更容易。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基础一：预测区间与覆盖率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两个词，后面所有内容都建立在它们之上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这台发动机还能飞 42 个循环。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问题：42 这个数字有多可靠？没人知道。可能实际是 40，也可能是 5。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120640" cy="2011680"/>
          </a:xfrm>
          <a:prstGeom prst="roundRect">
            <a:avLst>
              <a:gd name="adj" fmla="val 2727"/>
            </a:avLst>
          </a:prstGeom>
          <a:solidFill>
            <a:srgbClr val="152238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627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区间预测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还能飞 30 到 55 个循环。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25146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区间宽，说明我们知道得少；区间窄，说明有把握。宽度本身就是信息。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703320"/>
            <a:ext cx="10881360" cy="20574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136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覆盖率：区间好不好的唯一硬标准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( 真值落在区间里 )  ≥  1 − 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42519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α = 0.1，就是说：拿一百台发动机来测，至少九十台的真实寿命应该落在给出的区间里。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注意这是一个可以被检验的承诺。说了 90%，实际只有 70%，这个方法就是坏的。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基础二：删失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Censoring。数据没丢，但真值看不到了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三个病人的例子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病人甲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2304288"/>
            <a:ext cx="2834640" cy="0"/>
          </a:xfrm>
          <a:prstGeom prst="line">
            <a:avLst/>
          </a:prstGeom>
          <a:noFill/>
          <a:ln w="38100">
            <a:solidFill>
              <a:srgbClr val="2E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35424" y="2221992"/>
            <a:ext cx="164592" cy="164592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研究期间去世，真实生存时间已知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病人乙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3218688"/>
            <a:ext cx="2103120" cy="0"/>
          </a:xfrm>
          <a:prstGeom prst="line">
            <a:avLst/>
          </a:prstGeom>
          <a:noFill/>
          <a:ln w="38100">
            <a:solidFill>
              <a:srgbClr val="2E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3867912" y="3108960"/>
            <a:ext cx="201168" cy="219456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E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中途搬家失联，只知道活过了这么久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986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病人丙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80" y="4133088"/>
            <a:ext cx="3291840" cy="0"/>
          </a:xfrm>
          <a:prstGeom prst="line">
            <a:avLst/>
          </a:prstGeom>
          <a:noFill/>
          <a:ln w="38100">
            <a:solidFill>
              <a:srgbClr val="2E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5056632" y="4023360"/>
            <a:ext cx="201168" cy="219456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E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研究结束时还活着，同样只知道下限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实心点 = 观测到事件      空心箭头 = 删失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41732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6093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我们真正拿到手的数据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9751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T̃ = min ( T , C )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0" y="250545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是真实寿命，C 是观测被切断的时刻。谁先到就记录谁，另加一个标记说明记的是哪一个。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352044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15223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307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换到发动机上完全一样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114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真实机队里，绝大多数发动机没坏就因为改装、退租、到期而下线了。我们只知道它至少飞了这么久，不知道它本来能飞多久。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这就是删失。它不是数据缺失，是真值被挡住了。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共形预测是什么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Conformal Prediction。一台套在任何模型外面的校准机器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1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它不是一个新模型。你已经有的任何预测器 —— 线性回归、随机森林、深度网络 —— 都可以原封不动地留着。共形预测做的事，是在外面套一层，把这个预测器的输出变成一个有覆盖率保证的区间。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2624328" cy="2697480"/>
          </a:xfrm>
          <a:prstGeom prst="roundRect">
            <a:avLst>
              <a:gd name="adj" fmla="val 2091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不挑模型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3703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任何点预测器都能套。模型是黑箱也没关系。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3017520"/>
            <a:ext cx="2624328" cy="2697480"/>
          </a:xfrm>
          <a:prstGeom prst="roundRect">
            <a:avLst>
              <a:gd name="adj" fmla="val 2091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不挑分布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3703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不要求正态，不要求任何参数形式。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17336" y="3017520"/>
            <a:ext cx="2624328" cy="2697480"/>
          </a:xfrm>
          <a:prstGeom prst="roundRect">
            <a:avLst>
              <a:gd name="adj" fmla="val 2091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有限样本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3368" y="3703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保证不是渐近的。手上有一百个样本，保证就在一百个样本上成立。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78824" y="3017520"/>
            <a:ext cx="2624328" cy="2697480"/>
          </a:xfrm>
          <a:prstGeom prst="roundRect">
            <a:avLst>
              <a:gd name="adj" fmla="val 2091"/>
            </a:avLst>
          </a:prstGeom>
          <a:solidFill>
            <a:srgbClr val="15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34856" y="3273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唯一的前提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34856" y="3703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校准数据和新样本要可交换。粗略地说，就是它们来自同一个分布、顺序无所谓。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分裂共形预测：三步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Split Conformal Prediction。整篇论文二就建立在这三步上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722376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56816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44752" y="202996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把手上有标签的数据切成两半。一半叫训练集，用来拟合模型；另一半叫校准集，坚决不参与训练。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722376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438144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44752" y="3127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44752" y="351129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用训练好的模型去预测校准集，逐个算残差 s = | 真值 − 预测值 |。这个数叫不符合度得分，衡量这个样本有多不像模型预期的样子。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7223760" cy="13716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919472"/>
            <a:ext cx="384048" cy="384048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4752" y="4608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取分位数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44752" y="4992624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把校准集的所有得分从小到大排，取第 90% 位置上那个数，记作 q。新样本的区间就是 预测值 ± q。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1463040"/>
            <a:ext cx="3337560" cy="4261104"/>
          </a:xfrm>
          <a:prstGeom prst="roundRect">
            <a:avLst>
              <a:gd name="adj" fmla="val 1644"/>
            </a:avLst>
          </a:prstGeom>
          <a:solidFill>
            <a:srgbClr val="15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719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一句话记住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214884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拿一批模型没见过的数据，量一量模型平常错多少，然后把这个错量当成安全边际，加到新预测上去。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就这么朴素。它之所以有保证，靠的不是模型准，而是校准集和新样本地位平等。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为什么这三步就有保证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一个不用公式的解释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85216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排队的比喻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把校准集里的 100 个得分，和新样本那个还不知道的得分，一共 101 个数，放在一起排队。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 101 个数地位完全平等，那么新样本这个数排在最后 10 名的概率，就正好是 10 除以 101。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换句话说，它落在前 90 名以内的概率至少是 90%。而我们的区间，就是按第 90 名那个数划出来的。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所以覆盖率成立，靠的是排队公平，不是靠模型准。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1417320"/>
            <a:ext cx="4663440" cy="2057400"/>
          </a:xfrm>
          <a:prstGeom prst="roundRect">
            <a:avLst>
              <a:gd name="adj" fmla="val 2667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6276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模型准不准影响什么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20116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只影响区间宽窄。模型越准，残差越小，q 越小，区间越窄。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模型再烂，覆盖率也不会破，只是区间宽到没用。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12280" y="3657600"/>
            <a:ext cx="4663440" cy="20574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38679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那什么会让保证失效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42519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排队不公平的时候。比如新样本和校准集来自不同分布，或者数据有时间顺序、前后相关。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记住这一条，后面两篇论文都在处理它。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论文二：把共形预测装到剩余寿命上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Javanmardi 与 Hüllermeier, 2023, IJPHM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它要解决的问题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剩余寿命预测的文献几乎全在比谁的误差小。但作者指出：故障本身是随机的，未来工况也不可知，预测一个精确数字本来就不合理，必须给出不确定性。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4290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210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它的贡献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986784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把共形预测的三个变体搬到剩余寿命问题上，套在两个现成的点预测器外面，在 NASA 的 C-MAPSS 涡扇发动机数据上验证。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作者自称这是第一篇把共形预测用于剩余寿命估计的工作。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459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剩余寿命怎么定义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084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 F − 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是失效时刻，t 是当前时刻。传感器每个循环记录一次，滑动窗口把一段历史拼成一个特征向量，标签就是那一刻的剩余寿命。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3977640"/>
            <a:ext cx="4480560" cy="1463040"/>
          </a:xfrm>
          <a:prstGeom prst="roundRect">
            <a:avLst>
              <a:gd name="adj" fmla="val 3750"/>
            </a:avLst>
          </a:prstGeom>
          <a:solidFill>
            <a:srgbClr val="2E4A6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关键前提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44348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DD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训练数据必须是跑到失效的完整轨迹。论文原文里叫 run-to-failure data。没有真实标签，这套方法就用不了。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论文二用的数据：C-MAPSS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NASA 用仿真软件生成的涡扇发动机全寿命数据，四个子集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训练台数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测试台数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工况数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故障模式数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FD001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FD002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FD003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FD004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3840480"/>
            <a:ext cx="6035040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0416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训练集与测试集的区别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40740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训练集里每台发动机都一直跑到坏；测试集在失效前的某个随机时刻被截断，但另外给出了那一刻的真实剩余寿命。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所以测试的标签是知道的 —— 这一点后面要用到。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95160" y="1463040"/>
            <a:ext cx="4480560" cy="4251960"/>
          </a:xfrm>
          <a:prstGeom prst="roundRect">
            <a:avLst>
              <a:gd name="adj" fmla="val 1290"/>
            </a:avLst>
          </a:prstGeom>
          <a:solidFill>
            <a:srgbClr val="15223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1691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论文做的预处理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0" y="214884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去掉方差接近零的七个传感器。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单工况子集直接归一化；六工况子集先用聚类分出六种工况，再分别归一化。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剩余寿命标签设上限 125，理由是退化在使用一段时间后才开始。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划分训练与校准时，同一台发动机的数据点必须进同一边。校准集占一成。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论文二比较的五种做法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本质上是三种打分方式，加上一种加权修正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18488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2E4A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184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6367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最朴素的分裂共形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83480" y="1527048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得分就是绝对残差。缺点很明显：所有测试样本的区间等宽，不管这台发动机好判断还是难判断。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3317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3317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CFDFE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532888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2E4A6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328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SCP + 归一化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551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让区间会变宽变窄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83480" y="2441448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再训一个模型专门预测误差大小，用它去除残差。难判断的样本得分被压低，最终区间就更宽。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2461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47288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2E4A6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472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CQR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4655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直接学两条分位数曲线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训练一个学 10% 分位、一个学 90% 分位，得分衡量真值超出这两条线多少。区间天然随输入自适应。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1605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CFD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361688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E39B2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361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nex-SCP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4379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承认样本不平等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83480" y="4270248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同一台发动机相邻时刻的数据高度相关，排队不公平。给时间上更近的校准点更大权重，权重随时间间隔按 0.99 的幂衰减。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0749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0749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5276088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E39B2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2760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nex-SCP + 归一化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5294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两个补丁一起打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83480" y="5184648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把上面两种修正叠加使用。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论文二的结论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两条，方向相反，各有取舍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覆盖率谁最好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48256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承认样本不平等的那两种，也就是加权的非交换版本，平均覆盖率最接近名义水平。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这印证了时间相关确实在破坏排队公平。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52044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307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区间宽度谁最好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151376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 最窄，也就是最有信息量。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另外一个符合直觉的现象：越接近失效，点预测越准，区间也越窄。这正是自适应应该有的样子。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276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一张概念图看懂取舍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5074920"/>
            <a:ext cx="3749040" cy="0"/>
          </a:xfrm>
          <a:prstGeom prst="line">
            <a:avLst/>
          </a:prstGeom>
          <a:noFill/>
          <a:ln w="19050">
            <a:solidFill>
              <a:srgbClr val="6E7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2423160"/>
            <a:ext cx="0" cy="2651760"/>
          </a:xfrm>
          <a:prstGeom prst="line">
            <a:avLst/>
          </a:prstGeom>
          <a:noFill/>
          <a:ln w="19050">
            <a:solidFill>
              <a:srgbClr val="6E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5166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区间宽度  窄 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148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3657600"/>
            <a:ext cx="3749040" cy="0"/>
          </a:xfrm>
          <a:prstGeom prst="line">
            <a:avLst/>
          </a:prstGeom>
          <a:noFill/>
          <a:ln w="12700">
            <a:solidFill>
              <a:srgbClr val="B23A4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132320" y="3703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名义水平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35240" y="2752344"/>
            <a:ext cx="164592" cy="164592"/>
          </a:xfrm>
          <a:prstGeom prst="ellipse">
            <a:avLst/>
          </a:prstGeom>
          <a:solidFill>
            <a:srgbClr val="E39B2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非交换加权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738360" y="3346704"/>
            <a:ext cx="164592" cy="164592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3026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41080" y="4032504"/>
            <a:ext cx="164592" cy="164592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4242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朴素分裂共形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5349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示意图，用于说明取舍关系，不是论文原始数据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论文二自己写下的两个局限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1704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这两句话就是我们要做的事情的起点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8013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覆盖率只是平均意义的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22402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作者原话的意思是：共形预测的保证是边际的，只在所有数据点上平均成立。因此在某些剩余寿命区间可能超标，在另一些区间可能不达标，而我们没法判断各个区间上是否有效。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074920" cy="1691640"/>
          </a:xfrm>
          <a:prstGeom prst="roundRect">
            <a:avLst>
              <a:gd name="adj" fmla="val 3243"/>
            </a:avLst>
          </a:prstGeom>
          <a:solidFill>
            <a:srgbClr val="1E2E4A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929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这意味着什么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225856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DD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把这句话翻译成工程语言：整体报 90%，但临近失效那一段可能只有 60%。而那一段恰恰是唯一影响维修决策的区域。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必须有已知的剩余寿命标签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4343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作者原话的意思是：在完全没有已知剩余寿命的极端情形下，这些方法不再适用。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5074920" cy="1691640"/>
          </a:xfrm>
          <a:prstGeom prst="roundRect">
            <a:avLst>
              <a:gd name="adj" fmla="val 3243"/>
            </a:avLst>
          </a:prstGeom>
          <a:solidFill>
            <a:srgbClr val="1E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0325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这意味着什么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436168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DD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真实机队正是这种情形。大多数发动机没坏就下线了，标签被删失。整套方法在最需要它的场景下失效。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换句话说：论文二把门推开了，但门后面还有两道墙。论文一处理的是第二道。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论文一：从标签被挡住重新开始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Candès, Lei, Ren, 2023, JRSS-B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它针对的痛点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传统生存分析靠比例风险模型、加速失效时间模型这类强假设，模型一旦设错，结论就不可信。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机器学习方法不设假设，但没法量化不确定性。作者想要两头都占。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953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它的目标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61104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套在任何生存预测算法外面，输出一个随协变量变化的下预测界，并且这个界是校准过的。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27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下预测界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( T ≥ L̂(X) )  ≥  1 − 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以至少 90% 的把握，这个个体能活过 L 这条线。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3749040"/>
            <a:ext cx="512064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9502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为什么只要下界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4315968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论文的背景是新冠期间的医疗资源分配。下界低，说明要么这个病人风险高，要么这类病人数据太少、我们心里没底。两种情况的结论都一样：这个人需要被关注。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记号与两个假设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全篇只需要这几个符号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94360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685800" cy="4572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1563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协变量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年龄、性别、体重指数这些能观测的特征。换成发动机就是各路传感器。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594360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788920"/>
            <a:ext cx="685800" cy="4572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26609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真实生存时间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3736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我们真正想预测的东西。经常看不到。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11880"/>
            <a:ext cx="594360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886200"/>
            <a:ext cx="685800" cy="4572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3758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删失时间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73736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观测被切断的时刻。关键：这篇论文假设 C 对每个个体都能观测到。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709160"/>
            <a:ext cx="594360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983480"/>
            <a:ext cx="685800" cy="4572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834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T̃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37360" y="4855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观测到的时间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737360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 T 和 C 里先到的那个。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1417320"/>
            <a:ext cx="4572000" cy="2148840"/>
          </a:xfrm>
          <a:prstGeom prst="roundRect">
            <a:avLst>
              <a:gd name="adj" fmla="val 2553"/>
            </a:avLst>
          </a:prstGeom>
          <a:solidFill>
            <a:srgbClr val="152238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627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假设一（较弱，全文用）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223760" y="1993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⊥ C  |  X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22376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给定协变量之后，什么时候被切断，与实际能活多久无关。也就是说没有既影响生存又影响删失的隐藏因素。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3749040"/>
            <a:ext cx="457200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3950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假设二（较强，部分结论用）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223760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T , X ) ⊥ C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223760" y="47731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删失完全外生。比如单中心临床试验里，截止日期与病人本身无关。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先试最笨的办法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把看得见的那个当成要预测的东西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760720" cy="169164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笨办法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既然真实寿命 T 看不到，那就把观测时间 T̃ 当成响应变量，直接做标准共形。反正 T̃ 不超过 T，对 T̃ 成立的下界，对 T 也一定成立。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5760720" cy="2423160"/>
          </a:xfrm>
          <a:prstGeom prst="roundRect">
            <a:avLst>
              <a:gd name="adj" fmla="val 2264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93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代价：可以保守到荒唐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论文举了一个能算清楚的例子。设寿命服从速率 1 的指数分布，删失时间服从速率 b 的指数分布，两者与协变量都独立。那么：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对真实寿命的正确下界是一个固定的数；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笨办法给出的下界，是这个数再除以 1 加 b。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删失越频繁，b 越大，笨办法给的界就越小，可以小到任意接近零。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754880" cy="4297680"/>
          </a:xfrm>
          <a:prstGeom prst="roundRect">
            <a:avLst>
              <a:gd name="adj" fmla="val 1277"/>
            </a:avLst>
          </a:prstGeom>
          <a:solidFill>
            <a:srgbClr val="15223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645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用大白话说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14884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笨办法的结论是：这个病人至少能活三天。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这句话没有错，也确实达到了 90% 的覆盖率。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但它毫无用处。真实答案可能是三百天。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一个永远说得对、却什么也没说的方法，不是好方法。所以除了覆盖率，还必须看界紧不紧。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一个坏消息：这不是笨办法的错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论文的第一个定理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定理的意思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299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DD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只要你想要的保证对所有满足假设一的分布都成立，那么任何对真实寿命 T 校准的下界，必然同时也是对观测时间 T̃ 的下界。也就是说，你不可能比笨办法做得更好。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306324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735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为什么这是个坏消息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上一页那个荒唐的保守性，不是方法没设计好，是理论上限。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只靠假设一，你能做到的最好就是那么保守。想要更紧的界，必须往里加东西。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306324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32735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那加什么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37033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作者的回答：加上对删失机制的了解，也就是要知道或能估出 C 与协变量的关系。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这个要求听起来很强，但在这个问题里出奇地合理 —— 下一页解释为什么。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核心一招：只留下观察得久的那批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论文全部技术内容的起点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动作本身很简单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定一个阈值 c0。校准集里只保留删失时间 C ≥ c0 的那些个体，其余全部扔掉。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直觉：保守性是被那些早早就失去联系的人拖累的，把他们排除掉。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同时把目标换掉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3308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不再预测 T，改成预测 T 与 c0 里的较小者。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对于留下来的那批人，这个量是完全可以观测到的。而对它成立的下界，对 T 自然也成立。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459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立刻出现的新麻烦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被留下来的人和总体不一样了。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论文举的例子：删失时间长的病人，往往本来就更健康。你在一群更健康的人身上做校准，再拿去用到普通人身上，当然会出偏差。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这在统计里叫分布偏移。选择本身制造了偏差。</a:t>
            </a: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endParaRPr lang="en-US" sz="1300" dirty="0"/>
          </a:p>
          <a:p>
            <a:pPr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所以这一招不能就这么用，还得把偏差纠回来。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关键的一步：偏移只剩下一半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这是整篇论文最漂亮的地方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子样本上的联合分布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( X | C ≥ c0 )   ×   P ( T∧c0 | X 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C ≥ c0 的那批人算出来的分布。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总体上的联合分布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( X )   ×   P ( T∧c0 | X 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2450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我们真正关心的那个分布。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4290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FF4E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1188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把两行对着看：右半边一模一样，只有左半边不同。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也就是说：给定协变量之后，结局的条件分布在两群人里是完全一样的，差别只出在协变量本身的分布上。这种只差协变量分布的情形，统计里叫协变量偏移，而它是有成熟办法处理的。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8920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29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如果不做换目标那一步，直接用观测时间当响应，条件分布也会跟着变，就不是单纯的协变量偏移，这条路就走不通。换成 T 与 c0 的较小者，是为了把偏移压缩成只有一半。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怎么把偏移纠回来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给每个校准样本一个权重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669280" cy="187452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权重的形状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( x )    ∝    1 / P ( C ≥ c0 | X = x 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50545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分母叫删失机制。它就是给定这个人的特征，他能被观察满 c0 那么久的概率。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474720"/>
            <a:ext cx="5669280" cy="2240280"/>
          </a:xfrm>
          <a:prstGeom prst="roundRect">
            <a:avLst>
              <a:gd name="adj" fmla="val 2449"/>
            </a:avLst>
          </a:prstGeom>
          <a:solidFill>
            <a:srgbClr val="1522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75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4164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一类人本来就不容易被观察满，那么好不容易留下来的这几个，就要顶更多人的份，权重给大一点。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这和因果推断里的逆概率加权是同一个思路，删失机制在这里扮演倾向得分的角色。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4632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6459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为什么这个要求不算过分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1031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回到上一页那个坏消息：想要更紧的界，就得付出代价。这里的代价是要知道删失机制。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但在这类问题里，C 是每个个体都能观测到的，而 T 大部分看不到。估计一个完全观测的量，比估计一个大部分被遮住的量容易得多。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临床试验里更直接：截止时间往往只跟入组中心有关，删失机制几乎是已知的。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所以这个代价付得起。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把前面几页串成一条线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64208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7922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数据切成训练折和校准折。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761488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87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定阈值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8895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在训练折上选一个 c0。选的办法是留一小块出来试不同的 c0，挑让平均下界最高的那个。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858768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685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9867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校准折里只保留删失时间不小于 c0 的样本。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956048"/>
            <a:ext cx="384048" cy="384048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782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0840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对留下来的样本算不符合度得分。目标是 T 与 c0 的较小者。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37160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1664208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1490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算权重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17922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每个样本的权重取删失机制估计值的倒数。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4688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2761488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2587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取加权分位数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28895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按权重加权，取得分的 (1−α) 分位数，得到临界值。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356616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3858768"/>
            <a:ext cx="384048" cy="384048"/>
          </a:xfrm>
          <a:prstGeom prst="ellipse">
            <a:avLst/>
          </a:prstGeom>
          <a:solidFill>
            <a:srgbClr val="3D7A5A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3685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输出下界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39867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把临界值翻译回寿命尺度，再与 c0 取较小者，就是最终的下预测界。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466344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482803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打分函数可以任选。论文讨论了三种：基于均值回归、基于分位数回归、基于整个分布的回归。最后一种最适合，因为生存分析方法本来就在估整条曲线。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两个值得记住的结论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一个好消息，一个坏消息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64208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3D7A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好消息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双稳健性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这套流程里要估两个东西：删失机制，和生存时间的条件分布。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定理说：两个当中只要有一个估得好，边际覆盖就近似有保证。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对使用者的意义是，不必事先纠结哪个模型更靠谱，可以两边都用上自己知道的信息。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如果是后一个估得好，还能顺带近似拿到条件覆盖。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152238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64208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64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坏消息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212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条件覆盖做不到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69748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我们真正想要的是：对每一个具体的个体，都有 90% 的把握，而不只是平均 90%。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论文的另一个定理证明：在不做任何分布假设的前提下，能做到这一点的只有平凡解，也就是下界恒等于零。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换句话说，条件覆盖和完全不做假设，二者不可兼得。</a:t>
            </a: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endParaRPr lang="en-US" sz="1250" dirty="0"/>
          </a:p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这条限制对论文二那句局限也同样成立。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论文一的实验说了什么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模拟数据加上一份真实医疗数据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93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模拟部分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四种设定，协变量维数取一维和一百维，误差分同方差与异方差，目标覆盖 90%，重复两百次。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结论：比例风险模型、加速失效时间模型、三种删失分位数回归、删失随机森林，都达不到 90%；笨办法达到了但界几乎贴着零；论文的方法既达标又接近理论最优界。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15223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50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最值得注意的一个现象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31596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在半合成实验里，即使加速失效时间模型的设定完全正确，它给出的界仍然过度保守。而论文的方法在两种设定下都校准。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120640" cy="4297680"/>
          </a:xfrm>
          <a:prstGeom prst="roundRect">
            <a:avLst>
              <a:gd name="adj" fmla="val 1277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45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真实数据部分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210312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英国生物银行的新冠数据，一万四千多人，其中数百例死亡事件，八个协变量：年龄、性别、体重指数、腰围，以及心血管、糖尿病、甲状腺、呼吸系统四项病史。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阈值取十四天，目标覆盖定在 99%，因为这是高风险决策。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真实数据里有个麻烦：真实生存时间本身就看不全，覆盖率没法直接算。作者的处理是给覆盖率算出一个下界和一个上界，结果两条界几乎重合，都落在目标水平附近。</a:t>
            </a: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endParaRPr lang="en-US" sz="1200" dirty="0"/>
          </a:p>
          <a:p>
            <a:pPr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这个技巧本身就值得学。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两篇拼起来，缺口在哪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按输出形式与标签完整性划分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74320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输出一个数字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7804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输出有覆盖保证的区间或下界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920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标签完全可观测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931920"/>
            <a:ext cx="1920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标签存在删失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148840"/>
            <a:ext cx="4297680" cy="1627632"/>
          </a:xfrm>
          <a:prstGeom prst="roundRect">
            <a:avLst>
              <a:gd name="adj" fmla="val 3371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2350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已经饱和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275234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绝大多数剩余寿命文献。在 C-MAPSS 上比误差，提升空间接近于零。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2148840"/>
            <a:ext cx="4297680" cy="1627632"/>
          </a:xfrm>
          <a:prstGeom prst="roundRect">
            <a:avLst>
              <a:gd name="adj" fmla="val 3371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23500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论文二在这里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75234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把共形预测搬到剩余寿命上，前提是每台发动机的真实寿命都知道。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3931920"/>
            <a:ext cx="4297680" cy="1627632"/>
          </a:xfrm>
          <a:prstGeom prst="roundRect">
            <a:avLst>
              <a:gd name="adj" fmla="val 3371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4133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生存分析在这里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453542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比例风险模型、随机生存森林。能处理删失，但只给点估计或依赖强假设。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3931920"/>
            <a:ext cx="4297680" cy="1627632"/>
          </a:xfrm>
          <a:prstGeom prst="roundRect">
            <a:avLst>
              <a:gd name="adj" fmla="val 3371"/>
            </a:avLst>
          </a:prstGeom>
          <a:solidFill>
            <a:srgbClr val="15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4133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453542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7"/>
              </a:lnSpc>
              <a:buNone/>
            </a:pPr>
            <a:r>
              <a:rPr lang="en-US" sz="1150" dirty="0">
                <a:solidFill>
                  <a:srgbClr val="C7D5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论文一给出了删失下的共形下界，但用在医疗数据上。搬到航空发动机上，还没有人做。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论文二说它缺标签就用不了，论文一正好解决缺标签。两篇之间隔着一个应用领域。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接下来做什么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737360" y="17099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把删失造进发动机数据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12080" y="1691640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按不同比例截断训练轨迹，模拟机队里发动机没坏就下线的情形。既做完全随机的删失，也做与工况有关的删失。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154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3172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搬运方法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0" y="3154680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把论文一的截取加加权那两步，接到论文二的剩余寿命流程上，输出下预测界而不是两侧区间。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9B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37360" y="46360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重点看分层覆盖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4617720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63"/>
              </a:lnSpc>
              <a:buNone/>
            </a:pPr>
            <a:r>
              <a:rPr lang="en-US" sz="1250" dirty="0">
                <a:solidFill>
                  <a:srgbClr val="B9C8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不只报平均覆盖率，按剩余寿命分段逐段检查，特别是临近失效那一段。这正是论文二承认自己没解决的地方。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2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下次讨论前，两篇论文各读一遍。论文一只看第二节和第三节，论文二只看第三节和第四节。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两篇论文精读</dc:title>
  <dc:subject>PptxGenJS Presentation</dc:subject>
  <dc:creator>PptxGenJS</dc:creator>
  <cp:lastModifiedBy>PptxGenJS</cp:lastModifiedBy>
  <cp:revision>1</cp:revision>
  <dcterms:created xsi:type="dcterms:W3CDTF">2026-08-10T13:43:35Z</dcterms:created>
  <dcterms:modified xsi:type="dcterms:W3CDTF">2026-08-10T13:43:35Z</dcterms:modified>
</cp:coreProperties>
</file>